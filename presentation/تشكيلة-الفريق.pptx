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افتتاح" id="{844c9316-acbb-b3f1-dc44-c03e7a8f667d}">
          <p14:sldIdLst>
            <p14:sldId id="256"/>
          </p14:sldIdLst>
        </p14:section>
        <p14:section name="اللاعبون" id="{ff5ae32d-8f01-d6da-dc3f-8e9828070888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التشكيلة" id="{12ee9c42-56ec-9d28-b357-a1d30edaa482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افتتاحية العرض: عرّف بالمشروع ثم قل: «اسمحوا لنا أن نقدّم لكم تشكيلة فريقنا».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قدّم عيسى شايع: دوره في المشروع وأهم ما أنجزه.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قدّم محمد قريع: دوره في المشروع وأهم ما أنجزه.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قدّم مازن عبد المعز: دوره في المشروع وأهم ما أنجزه.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قدّم برهان الزمر: دوره في المشروع وأهم ما أنجزه.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قدّم محمد عادل: دوره في المشروع وأهم ما أنجزه.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قدّم المشرف كمدرّب الفريق واشكره على التوجيه.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اختم التقديم: «هذا فريقنا، والآن ننتقل إلى المشروع».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STADIUM_TITLE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STADIUM_PLAYER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PITCH_LINEUP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DIUM_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10725912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ctr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DIUM_PLAY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TCH_LINEUP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0" y="274320"/>
            <a:ext cx="50292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1.png"/><Relationship Id="rId4" Type="http://schemas.openxmlformats.org/officeDocument/2006/relationships/image" Target="../media/image-2-2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1.png"/><Relationship Id="rId4" Type="http://schemas.openxmlformats.org/officeDocument/2006/relationships/image" Target="../media/image-3-2.png"/><Relationship Id="rId5" Type="http://schemas.openxmlformats.org/officeDocument/2006/relationships/image" Target="../media/image-3-1.png"/><Relationship Id="rId6" Type="http://schemas.openxmlformats.org/officeDocument/2006/relationships/image" Target="../media/image-3-2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1.png"/><Relationship Id="rId4" Type="http://schemas.openxmlformats.org/officeDocument/2006/relationships/image" Target="../media/image-4-2.png"/><Relationship Id="rId5" Type="http://schemas.openxmlformats.org/officeDocument/2006/relationships/image" Target="../media/image-4-1.png"/><Relationship Id="rId6" Type="http://schemas.openxmlformats.org/officeDocument/2006/relationships/image" Target="../media/image-4-2.png"/><Relationship Id="rId7" Type="http://schemas.openxmlformats.org/officeDocument/2006/relationships/image" Target="../media/image-4-1.png"/><Relationship Id="rId8" Type="http://schemas.openxmlformats.org/officeDocument/2006/relationships/image" Target="../media/image-4-2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1.png"/><Relationship Id="rId4" Type="http://schemas.openxmlformats.org/officeDocument/2006/relationships/image" Target="../media/image-5-2.png"/><Relationship Id="rId5" Type="http://schemas.openxmlformats.org/officeDocument/2006/relationships/image" Target="../media/image-5-1.png"/><Relationship Id="rId6" Type="http://schemas.openxmlformats.org/officeDocument/2006/relationships/image" Target="../media/image-5-2.png"/><Relationship Id="rId7" Type="http://schemas.openxmlformats.org/officeDocument/2006/relationships/image" Target="../media/image-5-1.png"/><Relationship Id="rId8" Type="http://schemas.openxmlformats.org/officeDocument/2006/relationships/image" Target="../media/image-5-2.png"/><Relationship Id="rId9" Type="http://schemas.openxmlformats.org/officeDocument/2006/relationships/image" Target="../media/image-5-1.png"/><Relationship Id="rId10" Type="http://schemas.openxmlformats.org/officeDocument/2006/relationships/image" Target="../media/image-5-2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1.png"/><Relationship Id="rId4" Type="http://schemas.openxmlformats.org/officeDocument/2006/relationships/image" Target="../media/image-6-2.png"/><Relationship Id="rId5" Type="http://schemas.openxmlformats.org/officeDocument/2006/relationships/image" Target="../media/image-6-1.png"/><Relationship Id="rId6" Type="http://schemas.openxmlformats.org/officeDocument/2006/relationships/image" Target="../media/image-6-2.png"/><Relationship Id="rId7" Type="http://schemas.openxmlformats.org/officeDocument/2006/relationships/image" Target="../media/image-6-1.png"/><Relationship Id="rId8" Type="http://schemas.openxmlformats.org/officeDocument/2006/relationships/image" Target="../media/image-6-2.png"/><Relationship Id="rId9" Type="http://schemas.openxmlformats.org/officeDocument/2006/relationships/image" Target="../media/image-6-1.png"/><Relationship Id="rId10" Type="http://schemas.openxmlformats.org/officeDocument/2006/relationships/image" Target="../media/image-6-2.png"/><Relationship Id="rId11" Type="http://schemas.openxmlformats.org/officeDocument/2006/relationships/image" Target="../media/image-6-11.png"/><Relationship Id="rId12" Type="http://schemas.openxmlformats.org/officeDocument/2006/relationships/image" Target="../media/image-6-2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1.png"/><Relationship Id="rId4" Type="http://schemas.openxmlformats.org/officeDocument/2006/relationships/image" Target="../media/image-7-2.png"/><Relationship Id="rId5" Type="http://schemas.openxmlformats.org/officeDocument/2006/relationships/image" Target="../media/image-7-1.png"/><Relationship Id="rId6" Type="http://schemas.openxmlformats.org/officeDocument/2006/relationships/image" Target="../media/image-7-2.png"/><Relationship Id="rId7" Type="http://schemas.openxmlformats.org/officeDocument/2006/relationships/image" Target="../media/image-7-1.png"/><Relationship Id="rId8" Type="http://schemas.openxmlformats.org/officeDocument/2006/relationships/image" Target="../media/image-7-2.png"/><Relationship Id="rId9" Type="http://schemas.openxmlformats.org/officeDocument/2006/relationships/image" Target="../media/image-7-1.png"/><Relationship Id="rId10" Type="http://schemas.openxmlformats.org/officeDocument/2006/relationships/image" Target="../media/image-7-2.png"/><Relationship Id="rId11" Type="http://schemas.openxmlformats.org/officeDocument/2006/relationships/image" Target="../media/image-7-11.png"/><Relationship Id="rId12" Type="http://schemas.openxmlformats.org/officeDocument/2006/relationships/image" Target="../media/image-7-2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1.png"/><Relationship Id="rId4" Type="http://schemas.openxmlformats.org/officeDocument/2006/relationships/image" Target="../media/image-8-2.png"/><Relationship Id="rId5" Type="http://schemas.openxmlformats.org/officeDocument/2006/relationships/image" Target="../media/image-8-1.png"/><Relationship Id="rId6" Type="http://schemas.openxmlformats.org/officeDocument/2006/relationships/image" Target="../media/image-8-2.png"/><Relationship Id="rId7" Type="http://schemas.openxmlformats.org/officeDocument/2006/relationships/image" Target="../media/image-8-1.png"/><Relationship Id="rId8" Type="http://schemas.openxmlformats.org/officeDocument/2006/relationships/image" Target="../media/image-8-2.png"/><Relationship Id="rId9" Type="http://schemas.openxmlformats.org/officeDocument/2006/relationships/image" Target="../media/image-8-1.png"/><Relationship Id="rId10" Type="http://schemas.openxmlformats.org/officeDocument/2006/relationships/image" Target="../media/image-8-2.png"/><Relationship Id="rId11" Type="http://schemas.openxmlformats.org/officeDocument/2006/relationships/image" Target="../media/image-8-11.png"/><Relationship Id="rId12" Type="http://schemas.openxmlformats.org/officeDocument/2006/relationships/image" Target="../media/image-8-2.pn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107259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تشكيلة فريق مشروع التخرج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2011680" y="2148840"/>
            <a:ext cx="81655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chemeClr val="accent1"/>
                </a:solidFill>
              </a:rPr>
              <a:t>[ اسم المشروع ]</a:t>
            </a:r>
            <a:endParaRPr lang="ar-SA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2926080"/>
            <a:ext cx="8165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ar-SA" altLang="en-US" sz="2000" dirty="0">
                <a:solidFill>
                  <a:schemeClr val="bg2"/>
                </a:solidFill>
              </a:rPr>
              <a:t>تحت إشراف: </a:t>
            </a:r>
            <a:pPr algn="ctr" indent="0" marL="0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مطيع الجعفري</a:t>
            </a:r>
            <a:endParaRPr lang="ar-SA" sz="2000" dirty="0"/>
          </a:p>
        </p:txBody>
      </p:sp>
      <p:pic>
        <p:nvPicPr>
          <p:cNvPr id="5" name="!!card_p1" descr="بطاقة عيسى شاي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6" name="!!photo_p1" descr="صورة عيسى شايع — بدّلها من: تغيير الصور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8777" y="1234440"/>
            <a:ext cx="1959429" cy="1959429"/>
          </a:xfrm>
          <a:prstGeom prst="ellipse">
            <a:avLst/>
          </a:prstGeom>
        </p:spPr>
      </p:pic>
      <p:sp>
        <p:nvSpPr>
          <p:cNvPr id="7" name="!!num_p1"/>
          <p:cNvSpPr txBox="1"/>
          <p:nvPr/>
        </p:nvSpPr>
        <p:spPr>
          <a:xfrm>
            <a:off x="13572309" y="1179576"/>
            <a:ext cx="117565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b="1" dirty="0">
                <a:solidFill>
                  <a:schemeClr val="tx2"/>
                </a:solidFill>
              </a:rPr>
              <a:t>10</a:t>
            </a:r>
            <a:endParaRPr lang="ar-SA" sz="5100" dirty="0"/>
          </a:p>
        </p:txBody>
      </p:sp>
      <p:sp>
        <p:nvSpPr>
          <p:cNvPr id="8" name="!!pos_p1"/>
          <p:cNvSpPr txBox="1"/>
          <p:nvPr/>
        </p:nvSpPr>
        <p:spPr>
          <a:xfrm>
            <a:off x="13572309" y="1947672"/>
            <a:ext cx="11756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PM</a:t>
            </a:r>
            <a:endParaRPr lang="en-US" sz="1800" dirty="0"/>
          </a:p>
        </p:txBody>
      </p:sp>
      <p:sp>
        <p:nvSpPr>
          <p:cNvPr id="9" name="!!name_p1"/>
          <p:cNvSpPr txBox="1"/>
          <p:nvPr/>
        </p:nvSpPr>
        <p:spPr>
          <a:xfrm>
            <a:off x="1353312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عيسى شايع</a:t>
            </a:r>
            <a:endParaRPr lang="ar-SA" sz="2400" dirty="0"/>
          </a:p>
        </p:txBody>
      </p:sp>
      <p:sp>
        <p:nvSpPr>
          <p:cNvPr id="10" name="!!role_p1"/>
          <p:cNvSpPr txBox="1"/>
          <p:nvPr/>
        </p:nvSpPr>
        <p:spPr>
          <a:xfrm>
            <a:off x="13650686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قائد الفريق ومدير المشروع</a:t>
            </a:r>
            <a:endParaRPr lang="ar-SA" sz="1400" dirty="0"/>
          </a:p>
        </p:txBody>
      </p:sp>
      <p:sp>
        <p:nvSpPr>
          <p:cNvPr id="11" name="!!cap_p1"/>
          <p:cNvSpPr txBox="1"/>
          <p:nvPr/>
        </p:nvSpPr>
        <p:spPr>
          <a:xfrm>
            <a:off x="14904720" y="5074920"/>
            <a:ext cx="627017" cy="627017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©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card_p1" descr="بطاقة عيسى شاي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3" name="!!photo_p1" descr="صورة عيسى شايع — بدّلها من: تغيير الصور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257" y="1234440"/>
            <a:ext cx="1959429" cy="1959429"/>
          </a:xfrm>
          <a:prstGeom prst="ellipse">
            <a:avLst/>
          </a:prstGeom>
        </p:spPr>
      </p:pic>
      <p:sp>
        <p:nvSpPr>
          <p:cNvPr id="4" name="!!num_p1"/>
          <p:cNvSpPr txBox="1"/>
          <p:nvPr/>
        </p:nvSpPr>
        <p:spPr>
          <a:xfrm>
            <a:off x="1410789" y="1179576"/>
            <a:ext cx="117565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b="1" dirty="0">
                <a:solidFill>
                  <a:schemeClr val="tx2"/>
                </a:solidFill>
              </a:rPr>
              <a:t>10</a:t>
            </a:r>
            <a:endParaRPr lang="ar-SA" sz="5100" dirty="0"/>
          </a:p>
        </p:txBody>
      </p:sp>
      <p:sp>
        <p:nvSpPr>
          <p:cNvPr id="5" name="!!pos_p1"/>
          <p:cNvSpPr txBox="1"/>
          <p:nvPr/>
        </p:nvSpPr>
        <p:spPr>
          <a:xfrm>
            <a:off x="1410789" y="1947672"/>
            <a:ext cx="11756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PM</a:t>
            </a:r>
            <a:endParaRPr lang="en-US" sz="1800" dirty="0"/>
          </a:p>
        </p:txBody>
      </p:sp>
      <p:sp>
        <p:nvSpPr>
          <p:cNvPr id="6" name="!!name_p1"/>
          <p:cNvSpPr txBox="1"/>
          <p:nvPr/>
        </p:nvSpPr>
        <p:spPr>
          <a:xfrm>
            <a:off x="137160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عيسى شايع</a:t>
            </a:r>
            <a:endParaRPr lang="ar-SA" sz="2400" dirty="0"/>
          </a:p>
        </p:txBody>
      </p:sp>
      <p:sp>
        <p:nvSpPr>
          <p:cNvPr id="7" name="!!role_p1"/>
          <p:cNvSpPr txBox="1"/>
          <p:nvPr/>
        </p:nvSpPr>
        <p:spPr>
          <a:xfrm>
            <a:off x="1489166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قائد الفريق ومدير المشروع</a:t>
            </a:r>
            <a:endParaRPr lang="ar-SA" sz="1400" dirty="0"/>
          </a:p>
        </p:txBody>
      </p:sp>
      <p:sp>
        <p:nvSpPr>
          <p:cNvPr id="8" name="!!cap_p1"/>
          <p:cNvSpPr txBox="1"/>
          <p:nvPr/>
        </p:nvSpPr>
        <p:spPr>
          <a:xfrm>
            <a:off x="2743200" y="5074920"/>
            <a:ext cx="627017" cy="627017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©</a:t>
            </a:r>
            <a:endParaRPr lang="en-US" sz="1800" dirty="0"/>
          </a:p>
        </p:txBody>
      </p:sp>
      <p:pic>
        <p:nvPicPr>
          <p:cNvPr id="9" name="!!card_p2" descr="بطاقة محمد قري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10" name="!!photo_p2" descr="صورة محمد قريع — بدّلها من: تغيير الصور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08777" y="1234440"/>
            <a:ext cx="1959429" cy="1959429"/>
          </a:xfrm>
          <a:prstGeom prst="ellipse">
            <a:avLst/>
          </a:prstGeom>
        </p:spPr>
      </p:pic>
      <p:sp>
        <p:nvSpPr>
          <p:cNvPr id="11" name="!!num_p2"/>
          <p:cNvSpPr txBox="1"/>
          <p:nvPr/>
        </p:nvSpPr>
        <p:spPr>
          <a:xfrm>
            <a:off x="13572309" y="1179576"/>
            <a:ext cx="117565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b="1" dirty="0">
                <a:solidFill>
                  <a:schemeClr val="tx2"/>
                </a:solidFill>
              </a:rPr>
              <a:t>7</a:t>
            </a:r>
            <a:endParaRPr lang="ar-SA" sz="5100" dirty="0"/>
          </a:p>
        </p:txBody>
      </p:sp>
      <p:sp>
        <p:nvSpPr>
          <p:cNvPr id="12" name="!!pos_p2"/>
          <p:cNvSpPr txBox="1"/>
          <p:nvPr/>
        </p:nvSpPr>
        <p:spPr>
          <a:xfrm>
            <a:off x="13572309" y="1947672"/>
            <a:ext cx="11756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BE</a:t>
            </a:r>
            <a:endParaRPr lang="en-US" sz="1800" dirty="0"/>
          </a:p>
        </p:txBody>
      </p:sp>
      <p:sp>
        <p:nvSpPr>
          <p:cNvPr id="13" name="!!name_p2"/>
          <p:cNvSpPr txBox="1"/>
          <p:nvPr/>
        </p:nvSpPr>
        <p:spPr>
          <a:xfrm>
            <a:off x="1353312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محمد قريع</a:t>
            </a:r>
            <a:endParaRPr lang="ar-SA" sz="2400" dirty="0"/>
          </a:p>
        </p:txBody>
      </p:sp>
      <p:sp>
        <p:nvSpPr>
          <p:cNvPr id="14" name="!!role_p2"/>
          <p:cNvSpPr txBox="1"/>
          <p:nvPr/>
        </p:nvSpPr>
        <p:spPr>
          <a:xfrm>
            <a:off x="13650686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مطوّر الواجهة الخلفية</a:t>
            </a:r>
            <a:endParaRPr lang="ar-SA" sz="1400" dirty="0"/>
          </a:p>
        </p:txBody>
      </p:sp>
      <p:sp>
        <p:nvSpPr>
          <p:cNvPr id="15" name="Info panel"/>
          <p:cNvSpPr/>
          <p:nvPr/>
        </p:nvSpPr>
        <p:spPr>
          <a:xfrm>
            <a:off x="5394960" y="1143000"/>
            <a:ext cx="6355080" cy="3520440"/>
          </a:xfrm>
          <a:prstGeom prst="roundRect">
            <a:avLst>
              <a:gd name="adj" fmla="val 5195"/>
            </a:avLst>
          </a:prstGeom>
          <a:solidFill>
            <a:schemeClr val="tx1">
              <a:alpha val="65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5669280" y="14630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accent1"/>
                </a:solidFill>
              </a:rPr>
              <a:t>اللاعب رقم 10  •  الكابتن</a:t>
            </a:r>
            <a:endParaRPr lang="ar-SA" sz="2200" dirty="0"/>
          </a:p>
        </p:txBody>
      </p:sp>
      <p:sp>
        <p:nvSpPr>
          <p:cNvPr id="17" name="Text 11"/>
          <p:cNvSpPr txBox="1"/>
          <p:nvPr/>
        </p:nvSpPr>
        <p:spPr>
          <a:xfrm>
            <a:off x="5669280" y="20574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chemeClr val="bg1"/>
                </a:solidFill>
              </a:rPr>
              <a:t>عيسى شايع</a:t>
            </a:r>
            <a:endParaRPr lang="ar-SA" sz="5400" dirty="0"/>
          </a:p>
        </p:txBody>
      </p:sp>
      <p:sp>
        <p:nvSpPr>
          <p:cNvPr id="18" name="Text 12"/>
          <p:cNvSpPr txBox="1"/>
          <p:nvPr/>
        </p:nvSpPr>
        <p:spPr>
          <a:xfrm>
            <a:off x="5669280" y="32461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dirty="0">
                <a:solidFill>
                  <a:schemeClr val="bg2"/>
                </a:solidFill>
              </a:rPr>
              <a:t>قائد الفريق ومدير المشروع</a:t>
            </a:r>
            <a:endParaRPr lang="ar-SA" sz="2800" dirty="0"/>
          </a:p>
        </p:txBody>
      </p:sp>
      <p:sp>
        <p:nvSpPr>
          <p:cNvPr id="19" name="Text 13"/>
          <p:cNvSpPr txBox="1"/>
          <p:nvPr/>
        </p:nvSpPr>
        <p:spPr>
          <a:xfrm>
            <a:off x="5669280" y="40233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accent6"/>
                </a:solidFill>
              </a:rPr>
              <a:t>تخطيط المشروع وتوزيع المهام ومتابعة سير العمل</a:t>
            </a:r>
            <a:endParaRPr lang="ar-SA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card_p1" descr="بطاقة عيسى شاي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3" name="!!photo_p1" descr="صورة عيسى شايع — بدّلها من: تغيير الصور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4" name="!!num_p1"/>
          <p:cNvSpPr txBox="1"/>
          <p:nvPr/>
        </p:nvSpPr>
        <p:spPr>
          <a:xfrm>
            <a:off x="-5172891" y="1179576"/>
            <a:ext cx="117565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b="1" dirty="0">
                <a:solidFill>
                  <a:schemeClr val="tx2"/>
                </a:solidFill>
              </a:rPr>
              <a:t>10</a:t>
            </a:r>
            <a:endParaRPr lang="ar-SA" sz="5100" dirty="0"/>
          </a:p>
        </p:txBody>
      </p:sp>
      <p:sp>
        <p:nvSpPr>
          <p:cNvPr id="5" name="!!pos_p1"/>
          <p:cNvSpPr txBox="1"/>
          <p:nvPr/>
        </p:nvSpPr>
        <p:spPr>
          <a:xfrm>
            <a:off x="-5172891" y="1947672"/>
            <a:ext cx="11756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PM</a:t>
            </a:r>
            <a:endParaRPr lang="en-US" sz="1800" dirty="0"/>
          </a:p>
        </p:txBody>
      </p:sp>
      <p:sp>
        <p:nvSpPr>
          <p:cNvPr id="6" name="!!name_p1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عيسى شايع</a:t>
            </a:r>
            <a:endParaRPr lang="ar-SA" sz="2400" dirty="0"/>
          </a:p>
        </p:txBody>
      </p:sp>
      <p:sp>
        <p:nvSpPr>
          <p:cNvPr id="7" name="!!role_p1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قائد الفريق ومدير المشروع</a:t>
            </a:r>
            <a:endParaRPr lang="ar-SA" sz="1400" dirty="0"/>
          </a:p>
        </p:txBody>
      </p:sp>
      <p:sp>
        <p:nvSpPr>
          <p:cNvPr id="8" name="!!cap_p1"/>
          <p:cNvSpPr txBox="1"/>
          <p:nvPr/>
        </p:nvSpPr>
        <p:spPr>
          <a:xfrm>
            <a:off x="-3840480" y="5074920"/>
            <a:ext cx="627017" cy="627017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©</a:t>
            </a:r>
            <a:endParaRPr lang="en-US" sz="1800" dirty="0"/>
          </a:p>
        </p:txBody>
      </p:sp>
      <p:pic>
        <p:nvPicPr>
          <p:cNvPr id="9" name="!!card_p2" descr="بطاقة محمد قري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10" name="!!photo_p2" descr="صورة محمد قريع — بدّلها من: تغيير الصور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7257" y="1234440"/>
            <a:ext cx="1959429" cy="1959429"/>
          </a:xfrm>
          <a:prstGeom prst="ellipse">
            <a:avLst/>
          </a:prstGeom>
        </p:spPr>
      </p:pic>
      <p:sp>
        <p:nvSpPr>
          <p:cNvPr id="11" name="!!num_p2"/>
          <p:cNvSpPr txBox="1"/>
          <p:nvPr/>
        </p:nvSpPr>
        <p:spPr>
          <a:xfrm>
            <a:off x="1410789" y="1179576"/>
            <a:ext cx="117565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b="1" dirty="0">
                <a:solidFill>
                  <a:schemeClr val="tx2"/>
                </a:solidFill>
              </a:rPr>
              <a:t>7</a:t>
            </a:r>
            <a:endParaRPr lang="ar-SA" sz="5100" dirty="0"/>
          </a:p>
        </p:txBody>
      </p:sp>
      <p:sp>
        <p:nvSpPr>
          <p:cNvPr id="12" name="!!pos_p2"/>
          <p:cNvSpPr txBox="1"/>
          <p:nvPr/>
        </p:nvSpPr>
        <p:spPr>
          <a:xfrm>
            <a:off x="1410789" y="1947672"/>
            <a:ext cx="11756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BE</a:t>
            </a:r>
            <a:endParaRPr lang="en-US" sz="1800" dirty="0"/>
          </a:p>
        </p:txBody>
      </p:sp>
      <p:sp>
        <p:nvSpPr>
          <p:cNvPr id="13" name="!!name_p2"/>
          <p:cNvSpPr txBox="1"/>
          <p:nvPr/>
        </p:nvSpPr>
        <p:spPr>
          <a:xfrm>
            <a:off x="137160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محمد قريع</a:t>
            </a:r>
            <a:endParaRPr lang="ar-SA" sz="2400" dirty="0"/>
          </a:p>
        </p:txBody>
      </p:sp>
      <p:sp>
        <p:nvSpPr>
          <p:cNvPr id="14" name="!!role_p2"/>
          <p:cNvSpPr txBox="1"/>
          <p:nvPr/>
        </p:nvSpPr>
        <p:spPr>
          <a:xfrm>
            <a:off x="1489166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مطوّر الواجهة الخلفية</a:t>
            </a:r>
            <a:endParaRPr lang="ar-SA" sz="1400" dirty="0"/>
          </a:p>
        </p:txBody>
      </p:sp>
      <p:pic>
        <p:nvPicPr>
          <p:cNvPr id="15" name="!!card_p3" descr="بطاقة مازن عبد المعز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88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16" name="!!photo_p3" descr="صورة مازن عبد المعز — بدّلها من: تغيير الصورة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08777" y="1234440"/>
            <a:ext cx="1959429" cy="1959429"/>
          </a:xfrm>
          <a:prstGeom prst="ellipse">
            <a:avLst/>
          </a:prstGeom>
        </p:spPr>
      </p:pic>
      <p:sp>
        <p:nvSpPr>
          <p:cNvPr id="17" name="!!num_p3"/>
          <p:cNvSpPr txBox="1"/>
          <p:nvPr/>
        </p:nvSpPr>
        <p:spPr>
          <a:xfrm>
            <a:off x="13572309" y="1179576"/>
            <a:ext cx="117565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b="1" dirty="0">
                <a:solidFill>
                  <a:schemeClr val="tx2"/>
                </a:solidFill>
              </a:rPr>
              <a:t>9</a:t>
            </a:r>
            <a:endParaRPr lang="ar-SA" sz="5100" dirty="0"/>
          </a:p>
        </p:txBody>
      </p:sp>
      <p:sp>
        <p:nvSpPr>
          <p:cNvPr id="18" name="!!pos_p3"/>
          <p:cNvSpPr txBox="1"/>
          <p:nvPr/>
        </p:nvSpPr>
        <p:spPr>
          <a:xfrm>
            <a:off x="13572309" y="1947672"/>
            <a:ext cx="11756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UI</a:t>
            </a:r>
            <a:endParaRPr lang="en-US" sz="1800" dirty="0"/>
          </a:p>
        </p:txBody>
      </p:sp>
      <p:sp>
        <p:nvSpPr>
          <p:cNvPr id="19" name="!!name_p3"/>
          <p:cNvSpPr txBox="1"/>
          <p:nvPr/>
        </p:nvSpPr>
        <p:spPr>
          <a:xfrm>
            <a:off x="1353312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مازن عبد المعز</a:t>
            </a:r>
            <a:endParaRPr lang="ar-SA" sz="2400" dirty="0"/>
          </a:p>
        </p:txBody>
      </p:sp>
      <p:sp>
        <p:nvSpPr>
          <p:cNvPr id="20" name="!!role_p3"/>
          <p:cNvSpPr txBox="1"/>
          <p:nvPr/>
        </p:nvSpPr>
        <p:spPr>
          <a:xfrm>
            <a:off x="13650686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مصمّم واجهات المستخدم</a:t>
            </a:r>
            <a:endParaRPr lang="ar-SA" sz="1400" dirty="0"/>
          </a:p>
        </p:txBody>
      </p:sp>
      <p:sp>
        <p:nvSpPr>
          <p:cNvPr id="21" name="Info panel"/>
          <p:cNvSpPr/>
          <p:nvPr/>
        </p:nvSpPr>
        <p:spPr>
          <a:xfrm>
            <a:off x="5394960" y="1143000"/>
            <a:ext cx="6355080" cy="3520440"/>
          </a:xfrm>
          <a:prstGeom prst="roundRect">
            <a:avLst>
              <a:gd name="adj" fmla="val 5195"/>
            </a:avLst>
          </a:prstGeom>
          <a:solidFill>
            <a:schemeClr val="tx1">
              <a:alpha val="65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22" name="Text 14"/>
          <p:cNvSpPr txBox="1"/>
          <p:nvPr/>
        </p:nvSpPr>
        <p:spPr>
          <a:xfrm>
            <a:off x="5669280" y="14630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accent1"/>
                </a:solidFill>
              </a:rPr>
              <a:t>اللاعب رقم 7</a:t>
            </a:r>
            <a:endParaRPr lang="ar-SA" sz="2200" dirty="0"/>
          </a:p>
        </p:txBody>
      </p:sp>
      <p:sp>
        <p:nvSpPr>
          <p:cNvPr id="23" name="Text 15"/>
          <p:cNvSpPr txBox="1"/>
          <p:nvPr/>
        </p:nvSpPr>
        <p:spPr>
          <a:xfrm>
            <a:off x="5669280" y="20574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chemeClr val="bg1"/>
                </a:solidFill>
              </a:rPr>
              <a:t>محمد قريع</a:t>
            </a:r>
            <a:endParaRPr lang="ar-SA" sz="5400" dirty="0"/>
          </a:p>
        </p:txBody>
      </p:sp>
      <p:sp>
        <p:nvSpPr>
          <p:cNvPr id="24" name="Text 16"/>
          <p:cNvSpPr txBox="1"/>
          <p:nvPr/>
        </p:nvSpPr>
        <p:spPr>
          <a:xfrm>
            <a:off x="5669280" y="32461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dirty="0">
                <a:solidFill>
                  <a:schemeClr val="bg2"/>
                </a:solidFill>
              </a:rPr>
              <a:t>مطوّر الواجهة الخلفية</a:t>
            </a:r>
            <a:endParaRPr lang="ar-SA" sz="2800" dirty="0"/>
          </a:p>
        </p:txBody>
      </p:sp>
      <p:sp>
        <p:nvSpPr>
          <p:cNvPr id="25" name="Text 17"/>
          <p:cNvSpPr txBox="1"/>
          <p:nvPr/>
        </p:nvSpPr>
        <p:spPr>
          <a:xfrm>
            <a:off x="5669280" y="40233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accent6"/>
                </a:solidFill>
              </a:rPr>
              <a:t>برمجة الخادم والـ API ومنطق النظام</a:t>
            </a:r>
            <a:endParaRPr lang="ar-SA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card_p1" descr="بطاقة عيسى شاي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3" name="!!photo_p1" descr="صورة عيسى شايع — بدّلها من: تغيير الصور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4" name="!!num_p1"/>
          <p:cNvSpPr txBox="1"/>
          <p:nvPr/>
        </p:nvSpPr>
        <p:spPr>
          <a:xfrm>
            <a:off x="-5172891" y="1179576"/>
            <a:ext cx="117565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b="1" dirty="0">
                <a:solidFill>
                  <a:schemeClr val="tx2"/>
                </a:solidFill>
              </a:rPr>
              <a:t>10</a:t>
            </a:r>
            <a:endParaRPr lang="ar-SA" sz="5100" dirty="0"/>
          </a:p>
        </p:txBody>
      </p:sp>
      <p:sp>
        <p:nvSpPr>
          <p:cNvPr id="5" name="!!pos_p1"/>
          <p:cNvSpPr txBox="1"/>
          <p:nvPr/>
        </p:nvSpPr>
        <p:spPr>
          <a:xfrm>
            <a:off x="-5172891" y="1947672"/>
            <a:ext cx="11756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PM</a:t>
            </a:r>
            <a:endParaRPr lang="en-US" sz="1800" dirty="0"/>
          </a:p>
        </p:txBody>
      </p:sp>
      <p:sp>
        <p:nvSpPr>
          <p:cNvPr id="6" name="!!name_p1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عيسى شايع</a:t>
            </a:r>
            <a:endParaRPr lang="ar-SA" sz="2400" dirty="0"/>
          </a:p>
        </p:txBody>
      </p:sp>
      <p:sp>
        <p:nvSpPr>
          <p:cNvPr id="7" name="!!role_p1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قائد الفريق ومدير المشروع</a:t>
            </a:r>
            <a:endParaRPr lang="ar-SA" sz="1400" dirty="0"/>
          </a:p>
        </p:txBody>
      </p:sp>
      <p:sp>
        <p:nvSpPr>
          <p:cNvPr id="8" name="!!cap_p1"/>
          <p:cNvSpPr txBox="1"/>
          <p:nvPr/>
        </p:nvSpPr>
        <p:spPr>
          <a:xfrm>
            <a:off x="-3840480" y="5074920"/>
            <a:ext cx="627017" cy="627017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©</a:t>
            </a:r>
            <a:endParaRPr lang="en-US" sz="1800" dirty="0"/>
          </a:p>
        </p:txBody>
      </p:sp>
      <p:pic>
        <p:nvPicPr>
          <p:cNvPr id="9" name="!!card_p2" descr="بطاقة محمد قري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10" name="!!photo_p2" descr="صورة محمد قريع — بدّلها من: تغيير الصور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11" name="!!num_p2"/>
          <p:cNvSpPr txBox="1"/>
          <p:nvPr/>
        </p:nvSpPr>
        <p:spPr>
          <a:xfrm>
            <a:off x="-5172891" y="1179576"/>
            <a:ext cx="117565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b="1" dirty="0">
                <a:solidFill>
                  <a:schemeClr val="tx2"/>
                </a:solidFill>
              </a:rPr>
              <a:t>7</a:t>
            </a:r>
            <a:endParaRPr lang="ar-SA" sz="5100" dirty="0"/>
          </a:p>
        </p:txBody>
      </p:sp>
      <p:sp>
        <p:nvSpPr>
          <p:cNvPr id="12" name="!!pos_p2"/>
          <p:cNvSpPr txBox="1"/>
          <p:nvPr/>
        </p:nvSpPr>
        <p:spPr>
          <a:xfrm>
            <a:off x="-5172891" y="1947672"/>
            <a:ext cx="11756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BE</a:t>
            </a:r>
            <a:endParaRPr lang="en-US" sz="1800" dirty="0"/>
          </a:p>
        </p:txBody>
      </p:sp>
      <p:sp>
        <p:nvSpPr>
          <p:cNvPr id="13" name="!!name_p2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محمد قريع</a:t>
            </a:r>
            <a:endParaRPr lang="ar-SA" sz="2400" dirty="0"/>
          </a:p>
        </p:txBody>
      </p:sp>
      <p:sp>
        <p:nvSpPr>
          <p:cNvPr id="14" name="!!role_p2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مطوّر الواجهة الخلفية</a:t>
            </a:r>
            <a:endParaRPr lang="ar-SA" sz="1400" dirty="0"/>
          </a:p>
        </p:txBody>
      </p:sp>
      <p:pic>
        <p:nvPicPr>
          <p:cNvPr id="15" name="!!card_p3" descr="بطاقة مازن عبد المعز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16" name="!!photo_p3" descr="صورة مازن عبد المعز — بدّلها من: تغيير الصورة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7257" y="1234440"/>
            <a:ext cx="1959429" cy="1959429"/>
          </a:xfrm>
          <a:prstGeom prst="ellipse">
            <a:avLst/>
          </a:prstGeom>
        </p:spPr>
      </p:pic>
      <p:sp>
        <p:nvSpPr>
          <p:cNvPr id="17" name="!!num_p3"/>
          <p:cNvSpPr txBox="1"/>
          <p:nvPr/>
        </p:nvSpPr>
        <p:spPr>
          <a:xfrm>
            <a:off x="1410789" y="1179576"/>
            <a:ext cx="117565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b="1" dirty="0">
                <a:solidFill>
                  <a:schemeClr val="tx2"/>
                </a:solidFill>
              </a:rPr>
              <a:t>9</a:t>
            </a:r>
            <a:endParaRPr lang="ar-SA" sz="5100" dirty="0"/>
          </a:p>
        </p:txBody>
      </p:sp>
      <p:sp>
        <p:nvSpPr>
          <p:cNvPr id="18" name="!!pos_p3"/>
          <p:cNvSpPr txBox="1"/>
          <p:nvPr/>
        </p:nvSpPr>
        <p:spPr>
          <a:xfrm>
            <a:off x="1410789" y="1947672"/>
            <a:ext cx="11756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UI</a:t>
            </a:r>
            <a:endParaRPr lang="en-US" sz="1800" dirty="0"/>
          </a:p>
        </p:txBody>
      </p:sp>
      <p:sp>
        <p:nvSpPr>
          <p:cNvPr id="19" name="!!name_p3"/>
          <p:cNvSpPr txBox="1"/>
          <p:nvPr/>
        </p:nvSpPr>
        <p:spPr>
          <a:xfrm>
            <a:off x="137160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مازن عبد المعز</a:t>
            </a:r>
            <a:endParaRPr lang="ar-SA" sz="2400" dirty="0"/>
          </a:p>
        </p:txBody>
      </p:sp>
      <p:sp>
        <p:nvSpPr>
          <p:cNvPr id="20" name="!!role_p3"/>
          <p:cNvSpPr txBox="1"/>
          <p:nvPr/>
        </p:nvSpPr>
        <p:spPr>
          <a:xfrm>
            <a:off x="1489166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مصمّم واجهات المستخدم</a:t>
            </a:r>
            <a:endParaRPr lang="ar-SA" sz="1400" dirty="0"/>
          </a:p>
        </p:txBody>
      </p:sp>
      <p:pic>
        <p:nvPicPr>
          <p:cNvPr id="21" name="!!card_p4" descr="بطاقة برهان الزمر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588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22" name="!!photo_p4" descr="صورة برهان الزمر — بدّلها من: تغيير الصورة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08777" y="1234440"/>
            <a:ext cx="1959429" cy="1959429"/>
          </a:xfrm>
          <a:prstGeom prst="ellipse">
            <a:avLst/>
          </a:prstGeom>
        </p:spPr>
      </p:pic>
      <p:sp>
        <p:nvSpPr>
          <p:cNvPr id="23" name="!!num_p4"/>
          <p:cNvSpPr txBox="1"/>
          <p:nvPr/>
        </p:nvSpPr>
        <p:spPr>
          <a:xfrm>
            <a:off x="13572309" y="1179576"/>
            <a:ext cx="117565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b="1" dirty="0">
                <a:solidFill>
                  <a:schemeClr val="tx2"/>
                </a:solidFill>
              </a:rPr>
              <a:t>11</a:t>
            </a:r>
            <a:endParaRPr lang="ar-SA" sz="5100" dirty="0"/>
          </a:p>
        </p:txBody>
      </p:sp>
      <p:sp>
        <p:nvSpPr>
          <p:cNvPr id="24" name="!!pos_p4"/>
          <p:cNvSpPr txBox="1"/>
          <p:nvPr/>
        </p:nvSpPr>
        <p:spPr>
          <a:xfrm>
            <a:off x="13572309" y="1947672"/>
            <a:ext cx="11756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FE</a:t>
            </a:r>
            <a:endParaRPr lang="en-US" sz="1800" dirty="0"/>
          </a:p>
        </p:txBody>
      </p:sp>
      <p:sp>
        <p:nvSpPr>
          <p:cNvPr id="25" name="!!name_p4"/>
          <p:cNvSpPr txBox="1"/>
          <p:nvPr/>
        </p:nvSpPr>
        <p:spPr>
          <a:xfrm>
            <a:off x="1353312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برهان الزمر</a:t>
            </a:r>
            <a:endParaRPr lang="ar-SA" sz="2400" dirty="0"/>
          </a:p>
        </p:txBody>
      </p:sp>
      <p:sp>
        <p:nvSpPr>
          <p:cNvPr id="26" name="!!role_p4"/>
          <p:cNvSpPr txBox="1"/>
          <p:nvPr/>
        </p:nvSpPr>
        <p:spPr>
          <a:xfrm>
            <a:off x="13650686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مطوّر الواجهة الأمامية</a:t>
            </a:r>
            <a:endParaRPr lang="ar-SA" sz="1400" dirty="0"/>
          </a:p>
        </p:txBody>
      </p:sp>
      <p:sp>
        <p:nvSpPr>
          <p:cNvPr id="27" name="Info panel"/>
          <p:cNvSpPr/>
          <p:nvPr/>
        </p:nvSpPr>
        <p:spPr>
          <a:xfrm>
            <a:off x="5394960" y="1143000"/>
            <a:ext cx="6355080" cy="3520440"/>
          </a:xfrm>
          <a:prstGeom prst="roundRect">
            <a:avLst>
              <a:gd name="adj" fmla="val 5195"/>
            </a:avLst>
          </a:prstGeom>
          <a:solidFill>
            <a:schemeClr val="tx1">
              <a:alpha val="65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28" name="Text 18"/>
          <p:cNvSpPr txBox="1"/>
          <p:nvPr/>
        </p:nvSpPr>
        <p:spPr>
          <a:xfrm>
            <a:off x="5669280" y="14630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accent1"/>
                </a:solidFill>
              </a:rPr>
              <a:t>اللاعب رقم 9</a:t>
            </a:r>
            <a:endParaRPr lang="ar-SA" sz="2200" dirty="0"/>
          </a:p>
        </p:txBody>
      </p:sp>
      <p:sp>
        <p:nvSpPr>
          <p:cNvPr id="29" name="Text 19"/>
          <p:cNvSpPr txBox="1"/>
          <p:nvPr/>
        </p:nvSpPr>
        <p:spPr>
          <a:xfrm>
            <a:off x="5669280" y="20574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chemeClr val="bg1"/>
                </a:solidFill>
              </a:rPr>
              <a:t>مازن عبد المعز</a:t>
            </a:r>
            <a:endParaRPr lang="ar-SA" sz="5400" dirty="0"/>
          </a:p>
        </p:txBody>
      </p:sp>
      <p:sp>
        <p:nvSpPr>
          <p:cNvPr id="30" name="Text 20"/>
          <p:cNvSpPr txBox="1"/>
          <p:nvPr/>
        </p:nvSpPr>
        <p:spPr>
          <a:xfrm>
            <a:off x="5669280" y="32461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dirty="0">
                <a:solidFill>
                  <a:schemeClr val="bg2"/>
                </a:solidFill>
              </a:rPr>
              <a:t>مصمّم واجهات المستخدم</a:t>
            </a:r>
            <a:endParaRPr lang="ar-SA" sz="2800" dirty="0"/>
          </a:p>
        </p:txBody>
      </p:sp>
      <p:sp>
        <p:nvSpPr>
          <p:cNvPr id="31" name="Text 21"/>
          <p:cNvSpPr txBox="1"/>
          <p:nvPr/>
        </p:nvSpPr>
        <p:spPr>
          <a:xfrm>
            <a:off x="5669280" y="40233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accent6"/>
                </a:solidFill>
              </a:rPr>
              <a:t>تصميم الشاشات وتجربة المستخدم UI/UX</a:t>
            </a:r>
            <a:endParaRPr lang="ar-SA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card_p1" descr="بطاقة عيسى شاي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3" name="!!photo_p1" descr="صورة عيسى شايع — بدّلها من: تغيير الصور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4" name="!!num_p1"/>
          <p:cNvSpPr txBox="1"/>
          <p:nvPr/>
        </p:nvSpPr>
        <p:spPr>
          <a:xfrm>
            <a:off x="-5172891" y="1179576"/>
            <a:ext cx="117565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b="1" dirty="0">
                <a:solidFill>
                  <a:schemeClr val="tx2"/>
                </a:solidFill>
              </a:rPr>
              <a:t>10</a:t>
            </a:r>
            <a:endParaRPr lang="ar-SA" sz="5100" dirty="0"/>
          </a:p>
        </p:txBody>
      </p:sp>
      <p:sp>
        <p:nvSpPr>
          <p:cNvPr id="5" name="!!pos_p1"/>
          <p:cNvSpPr txBox="1"/>
          <p:nvPr/>
        </p:nvSpPr>
        <p:spPr>
          <a:xfrm>
            <a:off x="-5172891" y="1947672"/>
            <a:ext cx="11756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PM</a:t>
            </a:r>
            <a:endParaRPr lang="en-US" sz="1800" dirty="0"/>
          </a:p>
        </p:txBody>
      </p:sp>
      <p:sp>
        <p:nvSpPr>
          <p:cNvPr id="6" name="!!name_p1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عيسى شايع</a:t>
            </a:r>
            <a:endParaRPr lang="ar-SA" sz="2400" dirty="0"/>
          </a:p>
        </p:txBody>
      </p:sp>
      <p:sp>
        <p:nvSpPr>
          <p:cNvPr id="7" name="!!role_p1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قائد الفريق ومدير المشروع</a:t>
            </a:r>
            <a:endParaRPr lang="ar-SA" sz="1400" dirty="0"/>
          </a:p>
        </p:txBody>
      </p:sp>
      <p:sp>
        <p:nvSpPr>
          <p:cNvPr id="8" name="!!cap_p1"/>
          <p:cNvSpPr txBox="1"/>
          <p:nvPr/>
        </p:nvSpPr>
        <p:spPr>
          <a:xfrm>
            <a:off x="-3840480" y="5074920"/>
            <a:ext cx="627017" cy="627017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©</a:t>
            </a:r>
            <a:endParaRPr lang="en-US" sz="1800" dirty="0"/>
          </a:p>
        </p:txBody>
      </p:sp>
      <p:pic>
        <p:nvPicPr>
          <p:cNvPr id="9" name="!!card_p2" descr="بطاقة محمد قري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10" name="!!photo_p2" descr="صورة محمد قريع — بدّلها من: تغيير الصور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11" name="!!num_p2"/>
          <p:cNvSpPr txBox="1"/>
          <p:nvPr/>
        </p:nvSpPr>
        <p:spPr>
          <a:xfrm>
            <a:off x="-5172891" y="1179576"/>
            <a:ext cx="117565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b="1" dirty="0">
                <a:solidFill>
                  <a:schemeClr val="tx2"/>
                </a:solidFill>
              </a:rPr>
              <a:t>7</a:t>
            </a:r>
            <a:endParaRPr lang="ar-SA" sz="5100" dirty="0"/>
          </a:p>
        </p:txBody>
      </p:sp>
      <p:sp>
        <p:nvSpPr>
          <p:cNvPr id="12" name="!!pos_p2"/>
          <p:cNvSpPr txBox="1"/>
          <p:nvPr/>
        </p:nvSpPr>
        <p:spPr>
          <a:xfrm>
            <a:off x="-5172891" y="1947672"/>
            <a:ext cx="11756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BE</a:t>
            </a:r>
            <a:endParaRPr lang="en-US" sz="1800" dirty="0"/>
          </a:p>
        </p:txBody>
      </p:sp>
      <p:sp>
        <p:nvSpPr>
          <p:cNvPr id="13" name="!!name_p2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محمد قريع</a:t>
            </a:r>
            <a:endParaRPr lang="ar-SA" sz="2400" dirty="0"/>
          </a:p>
        </p:txBody>
      </p:sp>
      <p:sp>
        <p:nvSpPr>
          <p:cNvPr id="14" name="!!role_p2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مطوّر الواجهة الخلفية</a:t>
            </a:r>
            <a:endParaRPr lang="ar-SA" sz="1400" dirty="0"/>
          </a:p>
        </p:txBody>
      </p:sp>
      <p:pic>
        <p:nvPicPr>
          <p:cNvPr id="15" name="!!card_p3" descr="بطاقة مازن عبد المعز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16" name="!!photo_p3" descr="صورة مازن عبد المعز — بدّلها من: تغيير الصورة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17" name="!!num_p3"/>
          <p:cNvSpPr txBox="1"/>
          <p:nvPr/>
        </p:nvSpPr>
        <p:spPr>
          <a:xfrm>
            <a:off x="-5172891" y="1179576"/>
            <a:ext cx="117565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b="1" dirty="0">
                <a:solidFill>
                  <a:schemeClr val="tx2"/>
                </a:solidFill>
              </a:rPr>
              <a:t>9</a:t>
            </a:r>
            <a:endParaRPr lang="ar-SA" sz="5100" dirty="0"/>
          </a:p>
        </p:txBody>
      </p:sp>
      <p:sp>
        <p:nvSpPr>
          <p:cNvPr id="18" name="!!pos_p3"/>
          <p:cNvSpPr txBox="1"/>
          <p:nvPr/>
        </p:nvSpPr>
        <p:spPr>
          <a:xfrm>
            <a:off x="-5172891" y="1947672"/>
            <a:ext cx="11756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UI</a:t>
            </a:r>
            <a:endParaRPr lang="en-US" sz="1800" dirty="0"/>
          </a:p>
        </p:txBody>
      </p:sp>
      <p:sp>
        <p:nvSpPr>
          <p:cNvPr id="19" name="!!name_p3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مازن عبد المعز</a:t>
            </a:r>
            <a:endParaRPr lang="ar-SA" sz="2400" dirty="0"/>
          </a:p>
        </p:txBody>
      </p:sp>
      <p:sp>
        <p:nvSpPr>
          <p:cNvPr id="20" name="!!role_p3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مصمّم واجهات المستخدم</a:t>
            </a:r>
            <a:endParaRPr lang="ar-SA" sz="1400" dirty="0"/>
          </a:p>
        </p:txBody>
      </p:sp>
      <p:pic>
        <p:nvPicPr>
          <p:cNvPr id="21" name="!!card_p4" descr="بطاقة برهان الزمر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22" name="!!photo_p4" descr="صورة برهان الزمر — بدّلها من: تغيير الصورة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7257" y="1234440"/>
            <a:ext cx="1959429" cy="1959429"/>
          </a:xfrm>
          <a:prstGeom prst="ellipse">
            <a:avLst/>
          </a:prstGeom>
        </p:spPr>
      </p:pic>
      <p:sp>
        <p:nvSpPr>
          <p:cNvPr id="23" name="!!num_p4"/>
          <p:cNvSpPr txBox="1"/>
          <p:nvPr/>
        </p:nvSpPr>
        <p:spPr>
          <a:xfrm>
            <a:off x="1410789" y="1179576"/>
            <a:ext cx="117565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b="1" dirty="0">
                <a:solidFill>
                  <a:schemeClr val="tx2"/>
                </a:solidFill>
              </a:rPr>
              <a:t>11</a:t>
            </a:r>
            <a:endParaRPr lang="ar-SA" sz="5100" dirty="0"/>
          </a:p>
        </p:txBody>
      </p:sp>
      <p:sp>
        <p:nvSpPr>
          <p:cNvPr id="24" name="!!pos_p4"/>
          <p:cNvSpPr txBox="1"/>
          <p:nvPr/>
        </p:nvSpPr>
        <p:spPr>
          <a:xfrm>
            <a:off x="1410789" y="1947672"/>
            <a:ext cx="11756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FE</a:t>
            </a:r>
            <a:endParaRPr lang="en-US" sz="1800" dirty="0"/>
          </a:p>
        </p:txBody>
      </p:sp>
      <p:sp>
        <p:nvSpPr>
          <p:cNvPr id="25" name="!!name_p4"/>
          <p:cNvSpPr txBox="1"/>
          <p:nvPr/>
        </p:nvSpPr>
        <p:spPr>
          <a:xfrm>
            <a:off x="137160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برهان الزمر</a:t>
            </a:r>
            <a:endParaRPr lang="ar-SA" sz="2400" dirty="0"/>
          </a:p>
        </p:txBody>
      </p:sp>
      <p:sp>
        <p:nvSpPr>
          <p:cNvPr id="26" name="!!role_p4"/>
          <p:cNvSpPr txBox="1"/>
          <p:nvPr/>
        </p:nvSpPr>
        <p:spPr>
          <a:xfrm>
            <a:off x="1489166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مطوّر الواجهة الأمامية</a:t>
            </a:r>
            <a:endParaRPr lang="ar-SA" sz="1400" dirty="0"/>
          </a:p>
        </p:txBody>
      </p:sp>
      <p:pic>
        <p:nvPicPr>
          <p:cNvPr id="27" name="!!card_p5" descr="بطاقة محمد عادل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588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28" name="!!photo_p5" descr="صورة محمد عادل — بدّلها من: تغيير الصورة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08777" y="1234440"/>
            <a:ext cx="1959429" cy="1959429"/>
          </a:xfrm>
          <a:prstGeom prst="ellipse">
            <a:avLst/>
          </a:prstGeom>
        </p:spPr>
      </p:pic>
      <p:sp>
        <p:nvSpPr>
          <p:cNvPr id="29" name="!!num_p5"/>
          <p:cNvSpPr txBox="1"/>
          <p:nvPr/>
        </p:nvSpPr>
        <p:spPr>
          <a:xfrm>
            <a:off x="13572309" y="1179576"/>
            <a:ext cx="117565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b="1" dirty="0">
                <a:solidFill>
                  <a:schemeClr val="tx2"/>
                </a:solidFill>
              </a:rPr>
              <a:t>4</a:t>
            </a:r>
            <a:endParaRPr lang="ar-SA" sz="5100" dirty="0"/>
          </a:p>
        </p:txBody>
      </p:sp>
      <p:sp>
        <p:nvSpPr>
          <p:cNvPr id="30" name="!!pos_p5"/>
          <p:cNvSpPr txBox="1"/>
          <p:nvPr/>
        </p:nvSpPr>
        <p:spPr>
          <a:xfrm>
            <a:off x="13572309" y="1947672"/>
            <a:ext cx="11756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DB</a:t>
            </a:r>
            <a:endParaRPr lang="en-US" sz="1800" dirty="0"/>
          </a:p>
        </p:txBody>
      </p:sp>
      <p:sp>
        <p:nvSpPr>
          <p:cNvPr id="31" name="!!name_p5"/>
          <p:cNvSpPr txBox="1"/>
          <p:nvPr/>
        </p:nvSpPr>
        <p:spPr>
          <a:xfrm>
            <a:off x="1353312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محمد عادل</a:t>
            </a:r>
            <a:endParaRPr lang="ar-SA" sz="2400" dirty="0"/>
          </a:p>
        </p:txBody>
      </p:sp>
      <p:sp>
        <p:nvSpPr>
          <p:cNvPr id="32" name="!!role_p5"/>
          <p:cNvSpPr txBox="1"/>
          <p:nvPr/>
        </p:nvSpPr>
        <p:spPr>
          <a:xfrm>
            <a:off x="13650686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مسؤول قواعد البيانات والاختبار</a:t>
            </a:r>
            <a:endParaRPr lang="ar-SA" sz="1400" dirty="0"/>
          </a:p>
        </p:txBody>
      </p:sp>
      <p:sp>
        <p:nvSpPr>
          <p:cNvPr id="33" name="Info panel"/>
          <p:cNvSpPr/>
          <p:nvPr/>
        </p:nvSpPr>
        <p:spPr>
          <a:xfrm>
            <a:off x="5394960" y="1143000"/>
            <a:ext cx="6355080" cy="3520440"/>
          </a:xfrm>
          <a:prstGeom prst="roundRect">
            <a:avLst>
              <a:gd name="adj" fmla="val 5195"/>
            </a:avLst>
          </a:prstGeom>
          <a:solidFill>
            <a:schemeClr val="tx1">
              <a:alpha val="65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34" name="Text 22"/>
          <p:cNvSpPr txBox="1"/>
          <p:nvPr/>
        </p:nvSpPr>
        <p:spPr>
          <a:xfrm>
            <a:off x="5669280" y="14630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accent1"/>
                </a:solidFill>
              </a:rPr>
              <a:t>اللاعب رقم 11</a:t>
            </a:r>
            <a:endParaRPr lang="ar-SA" sz="2200" dirty="0"/>
          </a:p>
        </p:txBody>
      </p:sp>
      <p:sp>
        <p:nvSpPr>
          <p:cNvPr id="35" name="Text 23"/>
          <p:cNvSpPr txBox="1"/>
          <p:nvPr/>
        </p:nvSpPr>
        <p:spPr>
          <a:xfrm>
            <a:off x="5669280" y="20574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chemeClr val="bg1"/>
                </a:solidFill>
              </a:rPr>
              <a:t>برهان الزمر</a:t>
            </a:r>
            <a:endParaRPr lang="ar-SA" sz="5400" dirty="0"/>
          </a:p>
        </p:txBody>
      </p:sp>
      <p:sp>
        <p:nvSpPr>
          <p:cNvPr id="36" name="Text 24"/>
          <p:cNvSpPr txBox="1"/>
          <p:nvPr/>
        </p:nvSpPr>
        <p:spPr>
          <a:xfrm>
            <a:off x="5669280" y="32461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dirty="0">
                <a:solidFill>
                  <a:schemeClr val="bg2"/>
                </a:solidFill>
              </a:rPr>
              <a:t>مطوّر الواجهة الأمامية</a:t>
            </a:r>
            <a:endParaRPr lang="ar-SA" sz="2800" dirty="0"/>
          </a:p>
        </p:txBody>
      </p:sp>
      <p:sp>
        <p:nvSpPr>
          <p:cNvPr id="37" name="Text 25"/>
          <p:cNvSpPr txBox="1"/>
          <p:nvPr/>
        </p:nvSpPr>
        <p:spPr>
          <a:xfrm>
            <a:off x="5669280" y="40233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accent6"/>
                </a:solidFill>
              </a:rPr>
              <a:t>تحويل التصاميم إلى واجهات تفاعلية</a:t>
            </a:r>
            <a:endParaRPr lang="ar-SA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card_p1" descr="بطاقة عيسى شاي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3" name="!!photo_p1" descr="صورة عيسى شايع — بدّلها من: تغيير الصور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4" name="!!num_p1"/>
          <p:cNvSpPr txBox="1"/>
          <p:nvPr/>
        </p:nvSpPr>
        <p:spPr>
          <a:xfrm>
            <a:off x="-5172891" y="1179576"/>
            <a:ext cx="117565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b="1" dirty="0">
                <a:solidFill>
                  <a:schemeClr val="tx2"/>
                </a:solidFill>
              </a:rPr>
              <a:t>10</a:t>
            </a:r>
            <a:endParaRPr lang="ar-SA" sz="5100" dirty="0"/>
          </a:p>
        </p:txBody>
      </p:sp>
      <p:sp>
        <p:nvSpPr>
          <p:cNvPr id="5" name="!!pos_p1"/>
          <p:cNvSpPr txBox="1"/>
          <p:nvPr/>
        </p:nvSpPr>
        <p:spPr>
          <a:xfrm>
            <a:off x="-5172891" y="1947672"/>
            <a:ext cx="11756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PM</a:t>
            </a:r>
            <a:endParaRPr lang="en-US" sz="1800" dirty="0"/>
          </a:p>
        </p:txBody>
      </p:sp>
      <p:sp>
        <p:nvSpPr>
          <p:cNvPr id="6" name="!!name_p1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عيسى شايع</a:t>
            </a:r>
            <a:endParaRPr lang="ar-SA" sz="2400" dirty="0"/>
          </a:p>
        </p:txBody>
      </p:sp>
      <p:sp>
        <p:nvSpPr>
          <p:cNvPr id="7" name="!!role_p1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قائد الفريق ومدير المشروع</a:t>
            </a:r>
            <a:endParaRPr lang="ar-SA" sz="1400" dirty="0"/>
          </a:p>
        </p:txBody>
      </p:sp>
      <p:sp>
        <p:nvSpPr>
          <p:cNvPr id="8" name="!!cap_p1"/>
          <p:cNvSpPr txBox="1"/>
          <p:nvPr/>
        </p:nvSpPr>
        <p:spPr>
          <a:xfrm>
            <a:off x="-3840480" y="5074920"/>
            <a:ext cx="627017" cy="627017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©</a:t>
            </a:r>
            <a:endParaRPr lang="en-US" sz="1800" dirty="0"/>
          </a:p>
        </p:txBody>
      </p:sp>
      <p:pic>
        <p:nvPicPr>
          <p:cNvPr id="9" name="!!card_p2" descr="بطاقة محمد قري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10" name="!!photo_p2" descr="صورة محمد قريع — بدّلها من: تغيير الصور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11" name="!!num_p2"/>
          <p:cNvSpPr txBox="1"/>
          <p:nvPr/>
        </p:nvSpPr>
        <p:spPr>
          <a:xfrm>
            <a:off x="-5172891" y="1179576"/>
            <a:ext cx="117565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b="1" dirty="0">
                <a:solidFill>
                  <a:schemeClr val="tx2"/>
                </a:solidFill>
              </a:rPr>
              <a:t>7</a:t>
            </a:r>
            <a:endParaRPr lang="ar-SA" sz="5100" dirty="0"/>
          </a:p>
        </p:txBody>
      </p:sp>
      <p:sp>
        <p:nvSpPr>
          <p:cNvPr id="12" name="!!pos_p2"/>
          <p:cNvSpPr txBox="1"/>
          <p:nvPr/>
        </p:nvSpPr>
        <p:spPr>
          <a:xfrm>
            <a:off x="-5172891" y="1947672"/>
            <a:ext cx="11756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BE</a:t>
            </a:r>
            <a:endParaRPr lang="en-US" sz="1800" dirty="0"/>
          </a:p>
        </p:txBody>
      </p:sp>
      <p:sp>
        <p:nvSpPr>
          <p:cNvPr id="13" name="!!name_p2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محمد قريع</a:t>
            </a:r>
            <a:endParaRPr lang="ar-SA" sz="2400" dirty="0"/>
          </a:p>
        </p:txBody>
      </p:sp>
      <p:sp>
        <p:nvSpPr>
          <p:cNvPr id="14" name="!!role_p2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مطوّر الواجهة الخلفية</a:t>
            </a:r>
            <a:endParaRPr lang="ar-SA" sz="1400" dirty="0"/>
          </a:p>
        </p:txBody>
      </p:sp>
      <p:pic>
        <p:nvPicPr>
          <p:cNvPr id="15" name="!!card_p3" descr="بطاقة مازن عبد المعز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16" name="!!photo_p3" descr="صورة مازن عبد المعز — بدّلها من: تغيير الصورة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17" name="!!num_p3"/>
          <p:cNvSpPr txBox="1"/>
          <p:nvPr/>
        </p:nvSpPr>
        <p:spPr>
          <a:xfrm>
            <a:off x="-5172891" y="1179576"/>
            <a:ext cx="117565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b="1" dirty="0">
                <a:solidFill>
                  <a:schemeClr val="tx2"/>
                </a:solidFill>
              </a:rPr>
              <a:t>9</a:t>
            </a:r>
            <a:endParaRPr lang="ar-SA" sz="5100" dirty="0"/>
          </a:p>
        </p:txBody>
      </p:sp>
      <p:sp>
        <p:nvSpPr>
          <p:cNvPr id="18" name="!!pos_p3"/>
          <p:cNvSpPr txBox="1"/>
          <p:nvPr/>
        </p:nvSpPr>
        <p:spPr>
          <a:xfrm>
            <a:off x="-5172891" y="1947672"/>
            <a:ext cx="11756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UI</a:t>
            </a:r>
            <a:endParaRPr lang="en-US" sz="1800" dirty="0"/>
          </a:p>
        </p:txBody>
      </p:sp>
      <p:sp>
        <p:nvSpPr>
          <p:cNvPr id="19" name="!!name_p3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مازن عبد المعز</a:t>
            </a:r>
            <a:endParaRPr lang="ar-SA" sz="2400" dirty="0"/>
          </a:p>
        </p:txBody>
      </p:sp>
      <p:sp>
        <p:nvSpPr>
          <p:cNvPr id="20" name="!!role_p3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مصمّم واجهات المستخدم</a:t>
            </a:r>
            <a:endParaRPr lang="ar-SA" sz="1400" dirty="0"/>
          </a:p>
        </p:txBody>
      </p:sp>
      <p:pic>
        <p:nvPicPr>
          <p:cNvPr id="21" name="!!card_p4" descr="بطاقة برهان الزمر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22" name="!!photo_p4" descr="صورة برهان الزمر — بدّلها من: تغيير الصورة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23" name="!!num_p4"/>
          <p:cNvSpPr txBox="1"/>
          <p:nvPr/>
        </p:nvSpPr>
        <p:spPr>
          <a:xfrm>
            <a:off x="-5172891" y="1179576"/>
            <a:ext cx="117565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b="1" dirty="0">
                <a:solidFill>
                  <a:schemeClr val="tx2"/>
                </a:solidFill>
              </a:rPr>
              <a:t>11</a:t>
            </a:r>
            <a:endParaRPr lang="ar-SA" sz="5100" dirty="0"/>
          </a:p>
        </p:txBody>
      </p:sp>
      <p:sp>
        <p:nvSpPr>
          <p:cNvPr id="24" name="!!pos_p4"/>
          <p:cNvSpPr txBox="1"/>
          <p:nvPr/>
        </p:nvSpPr>
        <p:spPr>
          <a:xfrm>
            <a:off x="-5172891" y="1947672"/>
            <a:ext cx="11756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FE</a:t>
            </a:r>
            <a:endParaRPr lang="en-US" sz="1800" dirty="0"/>
          </a:p>
        </p:txBody>
      </p:sp>
      <p:sp>
        <p:nvSpPr>
          <p:cNvPr id="25" name="!!name_p4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برهان الزمر</a:t>
            </a:r>
            <a:endParaRPr lang="ar-SA" sz="2400" dirty="0"/>
          </a:p>
        </p:txBody>
      </p:sp>
      <p:sp>
        <p:nvSpPr>
          <p:cNvPr id="26" name="!!role_p4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مطوّر الواجهة الأمامية</a:t>
            </a:r>
            <a:endParaRPr lang="ar-SA" sz="1400" dirty="0"/>
          </a:p>
        </p:txBody>
      </p:sp>
      <p:pic>
        <p:nvPicPr>
          <p:cNvPr id="27" name="!!card_p5" descr="بطاقة محمد عادل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728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28" name="!!photo_p5" descr="صورة محمد عادل — بدّلها من: تغيير الصورة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7257" y="1234440"/>
            <a:ext cx="1959429" cy="1959429"/>
          </a:xfrm>
          <a:prstGeom prst="ellipse">
            <a:avLst/>
          </a:prstGeom>
        </p:spPr>
      </p:pic>
      <p:sp>
        <p:nvSpPr>
          <p:cNvPr id="29" name="!!num_p5"/>
          <p:cNvSpPr txBox="1"/>
          <p:nvPr/>
        </p:nvSpPr>
        <p:spPr>
          <a:xfrm>
            <a:off x="1410789" y="1179576"/>
            <a:ext cx="117565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b="1" dirty="0">
                <a:solidFill>
                  <a:schemeClr val="tx2"/>
                </a:solidFill>
              </a:rPr>
              <a:t>4</a:t>
            </a:r>
            <a:endParaRPr lang="ar-SA" sz="5100" dirty="0"/>
          </a:p>
        </p:txBody>
      </p:sp>
      <p:sp>
        <p:nvSpPr>
          <p:cNvPr id="30" name="!!pos_p5"/>
          <p:cNvSpPr txBox="1"/>
          <p:nvPr/>
        </p:nvSpPr>
        <p:spPr>
          <a:xfrm>
            <a:off x="1410789" y="1947672"/>
            <a:ext cx="11756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DB</a:t>
            </a:r>
            <a:endParaRPr lang="en-US" sz="1800" dirty="0"/>
          </a:p>
        </p:txBody>
      </p:sp>
      <p:sp>
        <p:nvSpPr>
          <p:cNvPr id="31" name="!!name_p5"/>
          <p:cNvSpPr txBox="1"/>
          <p:nvPr/>
        </p:nvSpPr>
        <p:spPr>
          <a:xfrm>
            <a:off x="137160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محمد عادل</a:t>
            </a:r>
            <a:endParaRPr lang="ar-SA" sz="2400" dirty="0"/>
          </a:p>
        </p:txBody>
      </p:sp>
      <p:sp>
        <p:nvSpPr>
          <p:cNvPr id="32" name="!!role_p5"/>
          <p:cNvSpPr txBox="1"/>
          <p:nvPr/>
        </p:nvSpPr>
        <p:spPr>
          <a:xfrm>
            <a:off x="1489166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مسؤول قواعد البيانات والاختبار</a:t>
            </a:r>
            <a:endParaRPr lang="ar-SA" sz="1400" dirty="0"/>
          </a:p>
        </p:txBody>
      </p:sp>
      <p:pic>
        <p:nvPicPr>
          <p:cNvPr id="33" name="!!card_coach" descr="بطاقة مطيع الجعفري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2588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34" name="!!photo_coach" descr="صورة مطيع الجعفري — بدّلها من: تغيير الصورة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708777" y="1234440"/>
            <a:ext cx="1959429" cy="1959429"/>
          </a:xfrm>
          <a:prstGeom prst="ellipse">
            <a:avLst/>
          </a:prstGeom>
        </p:spPr>
      </p:pic>
      <p:sp>
        <p:nvSpPr>
          <p:cNvPr id="35" name="!!num_coach"/>
          <p:cNvSpPr txBox="1"/>
          <p:nvPr/>
        </p:nvSpPr>
        <p:spPr>
          <a:xfrm>
            <a:off x="13572309" y="1179576"/>
            <a:ext cx="117565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b="1" dirty="0">
                <a:solidFill>
                  <a:schemeClr val="accent1"/>
                </a:solidFill>
              </a:rPr>
              <a:t>C</a:t>
            </a:r>
            <a:endParaRPr lang="ar-SA" sz="5100" dirty="0"/>
          </a:p>
        </p:txBody>
      </p:sp>
      <p:sp>
        <p:nvSpPr>
          <p:cNvPr id="36" name="!!pos_coach"/>
          <p:cNvSpPr txBox="1"/>
          <p:nvPr/>
        </p:nvSpPr>
        <p:spPr>
          <a:xfrm>
            <a:off x="13572309" y="1947672"/>
            <a:ext cx="11756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COACH</a:t>
            </a:r>
            <a:endParaRPr lang="en-US" sz="1300" dirty="0"/>
          </a:p>
        </p:txBody>
      </p:sp>
      <p:sp>
        <p:nvSpPr>
          <p:cNvPr id="37" name="!!name_coach"/>
          <p:cNvSpPr txBox="1"/>
          <p:nvPr/>
        </p:nvSpPr>
        <p:spPr>
          <a:xfrm>
            <a:off x="1353312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مطيع الجعفري</a:t>
            </a:r>
            <a:endParaRPr lang="ar-SA" sz="2400" dirty="0"/>
          </a:p>
        </p:txBody>
      </p:sp>
      <p:sp>
        <p:nvSpPr>
          <p:cNvPr id="38" name="!!role_coach"/>
          <p:cNvSpPr txBox="1"/>
          <p:nvPr/>
        </p:nvSpPr>
        <p:spPr>
          <a:xfrm>
            <a:off x="13650686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المشرف على المشروع</a:t>
            </a:r>
            <a:endParaRPr lang="ar-SA" sz="1400" dirty="0"/>
          </a:p>
        </p:txBody>
      </p:sp>
      <p:sp>
        <p:nvSpPr>
          <p:cNvPr id="39" name="Info panel"/>
          <p:cNvSpPr/>
          <p:nvPr/>
        </p:nvSpPr>
        <p:spPr>
          <a:xfrm>
            <a:off x="5394960" y="1143000"/>
            <a:ext cx="6355080" cy="3520440"/>
          </a:xfrm>
          <a:prstGeom prst="roundRect">
            <a:avLst>
              <a:gd name="adj" fmla="val 5195"/>
            </a:avLst>
          </a:prstGeom>
          <a:solidFill>
            <a:schemeClr val="tx1">
              <a:alpha val="65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40" name="Text 26"/>
          <p:cNvSpPr txBox="1"/>
          <p:nvPr/>
        </p:nvSpPr>
        <p:spPr>
          <a:xfrm>
            <a:off x="5669280" y="14630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accent1"/>
                </a:solidFill>
              </a:rPr>
              <a:t>اللاعب رقم 4</a:t>
            </a:r>
            <a:endParaRPr lang="ar-SA" sz="2200" dirty="0"/>
          </a:p>
        </p:txBody>
      </p:sp>
      <p:sp>
        <p:nvSpPr>
          <p:cNvPr id="41" name="Text 27"/>
          <p:cNvSpPr txBox="1"/>
          <p:nvPr/>
        </p:nvSpPr>
        <p:spPr>
          <a:xfrm>
            <a:off x="5669280" y="20574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chemeClr val="bg1"/>
                </a:solidFill>
              </a:rPr>
              <a:t>محمد عادل</a:t>
            </a:r>
            <a:endParaRPr lang="ar-SA" sz="5400" dirty="0"/>
          </a:p>
        </p:txBody>
      </p:sp>
      <p:sp>
        <p:nvSpPr>
          <p:cNvPr id="42" name="Text 28"/>
          <p:cNvSpPr txBox="1"/>
          <p:nvPr/>
        </p:nvSpPr>
        <p:spPr>
          <a:xfrm>
            <a:off x="5669280" y="32461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dirty="0">
                <a:solidFill>
                  <a:schemeClr val="bg2"/>
                </a:solidFill>
              </a:rPr>
              <a:t>مسؤول قواعد البيانات والاختبار</a:t>
            </a:r>
            <a:endParaRPr lang="ar-SA" sz="2800" dirty="0"/>
          </a:p>
        </p:txBody>
      </p:sp>
      <p:sp>
        <p:nvSpPr>
          <p:cNvPr id="43" name="Text 29"/>
          <p:cNvSpPr txBox="1"/>
          <p:nvPr/>
        </p:nvSpPr>
        <p:spPr>
          <a:xfrm>
            <a:off x="5669280" y="40233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accent6"/>
                </a:solidFill>
              </a:rPr>
              <a:t>تصميم قاعدة البيانات واختبار جودة النظام</a:t>
            </a:r>
            <a:endParaRPr lang="ar-SA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card_p1" descr="بطاقة عيسى شاي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3" name="!!photo_p1" descr="صورة عيسى شايع — بدّلها من: تغيير الصور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4" name="!!num_p1"/>
          <p:cNvSpPr txBox="1"/>
          <p:nvPr/>
        </p:nvSpPr>
        <p:spPr>
          <a:xfrm>
            <a:off x="-5172891" y="1179576"/>
            <a:ext cx="117565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b="1" dirty="0">
                <a:solidFill>
                  <a:schemeClr val="tx2"/>
                </a:solidFill>
              </a:rPr>
              <a:t>10</a:t>
            </a:r>
            <a:endParaRPr lang="ar-SA" sz="5100" dirty="0"/>
          </a:p>
        </p:txBody>
      </p:sp>
      <p:sp>
        <p:nvSpPr>
          <p:cNvPr id="5" name="!!pos_p1"/>
          <p:cNvSpPr txBox="1"/>
          <p:nvPr/>
        </p:nvSpPr>
        <p:spPr>
          <a:xfrm>
            <a:off x="-5172891" y="1947672"/>
            <a:ext cx="11756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PM</a:t>
            </a:r>
            <a:endParaRPr lang="en-US" sz="1800" dirty="0"/>
          </a:p>
        </p:txBody>
      </p:sp>
      <p:sp>
        <p:nvSpPr>
          <p:cNvPr id="6" name="!!name_p1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عيسى شايع</a:t>
            </a:r>
            <a:endParaRPr lang="ar-SA" sz="2400" dirty="0"/>
          </a:p>
        </p:txBody>
      </p:sp>
      <p:sp>
        <p:nvSpPr>
          <p:cNvPr id="7" name="!!role_p1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قائد الفريق ومدير المشروع</a:t>
            </a:r>
            <a:endParaRPr lang="ar-SA" sz="1400" dirty="0"/>
          </a:p>
        </p:txBody>
      </p:sp>
      <p:sp>
        <p:nvSpPr>
          <p:cNvPr id="8" name="!!cap_p1"/>
          <p:cNvSpPr txBox="1"/>
          <p:nvPr/>
        </p:nvSpPr>
        <p:spPr>
          <a:xfrm>
            <a:off x="-3840480" y="5074920"/>
            <a:ext cx="627017" cy="627017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©</a:t>
            </a:r>
            <a:endParaRPr lang="en-US" sz="1800" dirty="0"/>
          </a:p>
        </p:txBody>
      </p:sp>
      <p:pic>
        <p:nvPicPr>
          <p:cNvPr id="9" name="!!card_p2" descr="بطاقة محمد قري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10" name="!!photo_p2" descr="صورة محمد قريع — بدّلها من: تغيير الصور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11" name="!!num_p2"/>
          <p:cNvSpPr txBox="1"/>
          <p:nvPr/>
        </p:nvSpPr>
        <p:spPr>
          <a:xfrm>
            <a:off x="-5172891" y="1179576"/>
            <a:ext cx="117565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b="1" dirty="0">
                <a:solidFill>
                  <a:schemeClr val="tx2"/>
                </a:solidFill>
              </a:rPr>
              <a:t>7</a:t>
            </a:r>
            <a:endParaRPr lang="ar-SA" sz="5100" dirty="0"/>
          </a:p>
        </p:txBody>
      </p:sp>
      <p:sp>
        <p:nvSpPr>
          <p:cNvPr id="12" name="!!pos_p2"/>
          <p:cNvSpPr txBox="1"/>
          <p:nvPr/>
        </p:nvSpPr>
        <p:spPr>
          <a:xfrm>
            <a:off x="-5172891" y="1947672"/>
            <a:ext cx="11756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BE</a:t>
            </a:r>
            <a:endParaRPr lang="en-US" sz="1800" dirty="0"/>
          </a:p>
        </p:txBody>
      </p:sp>
      <p:sp>
        <p:nvSpPr>
          <p:cNvPr id="13" name="!!name_p2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محمد قريع</a:t>
            </a:r>
            <a:endParaRPr lang="ar-SA" sz="2400" dirty="0"/>
          </a:p>
        </p:txBody>
      </p:sp>
      <p:sp>
        <p:nvSpPr>
          <p:cNvPr id="14" name="!!role_p2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مطوّر الواجهة الخلفية</a:t>
            </a:r>
            <a:endParaRPr lang="ar-SA" sz="1400" dirty="0"/>
          </a:p>
        </p:txBody>
      </p:sp>
      <p:pic>
        <p:nvPicPr>
          <p:cNvPr id="15" name="!!card_p3" descr="بطاقة مازن عبد المعز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16" name="!!photo_p3" descr="صورة مازن عبد المعز — بدّلها من: تغيير الصورة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17" name="!!num_p3"/>
          <p:cNvSpPr txBox="1"/>
          <p:nvPr/>
        </p:nvSpPr>
        <p:spPr>
          <a:xfrm>
            <a:off x="-5172891" y="1179576"/>
            <a:ext cx="117565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b="1" dirty="0">
                <a:solidFill>
                  <a:schemeClr val="tx2"/>
                </a:solidFill>
              </a:rPr>
              <a:t>9</a:t>
            </a:r>
            <a:endParaRPr lang="ar-SA" sz="5100" dirty="0"/>
          </a:p>
        </p:txBody>
      </p:sp>
      <p:sp>
        <p:nvSpPr>
          <p:cNvPr id="18" name="!!pos_p3"/>
          <p:cNvSpPr txBox="1"/>
          <p:nvPr/>
        </p:nvSpPr>
        <p:spPr>
          <a:xfrm>
            <a:off x="-5172891" y="1947672"/>
            <a:ext cx="11756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UI</a:t>
            </a:r>
            <a:endParaRPr lang="en-US" sz="1800" dirty="0"/>
          </a:p>
        </p:txBody>
      </p:sp>
      <p:sp>
        <p:nvSpPr>
          <p:cNvPr id="19" name="!!name_p3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مازن عبد المعز</a:t>
            </a:r>
            <a:endParaRPr lang="ar-SA" sz="2400" dirty="0"/>
          </a:p>
        </p:txBody>
      </p:sp>
      <p:sp>
        <p:nvSpPr>
          <p:cNvPr id="20" name="!!role_p3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مصمّم واجهات المستخدم</a:t>
            </a:r>
            <a:endParaRPr lang="ar-SA" sz="1400" dirty="0"/>
          </a:p>
        </p:txBody>
      </p:sp>
      <p:pic>
        <p:nvPicPr>
          <p:cNvPr id="21" name="!!card_p4" descr="بطاقة برهان الزمر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22" name="!!photo_p4" descr="صورة برهان الزمر — بدّلها من: تغيير الصورة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23" name="!!num_p4"/>
          <p:cNvSpPr txBox="1"/>
          <p:nvPr/>
        </p:nvSpPr>
        <p:spPr>
          <a:xfrm>
            <a:off x="-5172891" y="1179576"/>
            <a:ext cx="117565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b="1" dirty="0">
                <a:solidFill>
                  <a:schemeClr val="tx2"/>
                </a:solidFill>
              </a:rPr>
              <a:t>11</a:t>
            </a:r>
            <a:endParaRPr lang="ar-SA" sz="5100" dirty="0"/>
          </a:p>
        </p:txBody>
      </p:sp>
      <p:sp>
        <p:nvSpPr>
          <p:cNvPr id="24" name="!!pos_p4"/>
          <p:cNvSpPr txBox="1"/>
          <p:nvPr/>
        </p:nvSpPr>
        <p:spPr>
          <a:xfrm>
            <a:off x="-5172891" y="1947672"/>
            <a:ext cx="11756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FE</a:t>
            </a:r>
            <a:endParaRPr lang="en-US" sz="1800" dirty="0"/>
          </a:p>
        </p:txBody>
      </p:sp>
      <p:sp>
        <p:nvSpPr>
          <p:cNvPr id="25" name="!!name_p4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برهان الزمر</a:t>
            </a:r>
            <a:endParaRPr lang="ar-SA" sz="2400" dirty="0"/>
          </a:p>
        </p:txBody>
      </p:sp>
      <p:sp>
        <p:nvSpPr>
          <p:cNvPr id="26" name="!!role_p4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مطوّر الواجهة الأمامية</a:t>
            </a:r>
            <a:endParaRPr lang="ar-SA" sz="1400" dirty="0"/>
          </a:p>
        </p:txBody>
      </p:sp>
      <p:pic>
        <p:nvPicPr>
          <p:cNvPr id="27" name="!!card_p5" descr="بطاقة محمد عادل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28" name="!!photo_p5" descr="صورة محمد عادل — بدّلها من: تغيير الصورة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29" name="!!num_p5"/>
          <p:cNvSpPr txBox="1"/>
          <p:nvPr/>
        </p:nvSpPr>
        <p:spPr>
          <a:xfrm>
            <a:off x="-5172891" y="1179576"/>
            <a:ext cx="117565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b="1" dirty="0">
                <a:solidFill>
                  <a:schemeClr val="tx2"/>
                </a:solidFill>
              </a:rPr>
              <a:t>4</a:t>
            </a:r>
            <a:endParaRPr lang="ar-SA" sz="5100" dirty="0"/>
          </a:p>
        </p:txBody>
      </p:sp>
      <p:sp>
        <p:nvSpPr>
          <p:cNvPr id="30" name="!!pos_p5"/>
          <p:cNvSpPr txBox="1"/>
          <p:nvPr/>
        </p:nvSpPr>
        <p:spPr>
          <a:xfrm>
            <a:off x="-5172891" y="1947672"/>
            <a:ext cx="11756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DB</a:t>
            </a:r>
            <a:endParaRPr lang="en-US" sz="1800" dirty="0"/>
          </a:p>
        </p:txBody>
      </p:sp>
      <p:sp>
        <p:nvSpPr>
          <p:cNvPr id="31" name="!!name_p5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محمد عادل</a:t>
            </a:r>
            <a:endParaRPr lang="ar-SA" sz="2400" dirty="0"/>
          </a:p>
        </p:txBody>
      </p:sp>
      <p:sp>
        <p:nvSpPr>
          <p:cNvPr id="32" name="!!role_p5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مسؤول قواعد البيانات والاختبار</a:t>
            </a:r>
            <a:endParaRPr lang="ar-SA" sz="1400" dirty="0"/>
          </a:p>
        </p:txBody>
      </p:sp>
      <p:pic>
        <p:nvPicPr>
          <p:cNvPr id="33" name="!!card_coach" descr="بطاقة مطيع الجعفري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728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34" name="!!photo_coach" descr="صورة مطيع الجعفري — بدّلها من: تغيير الصورة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47257" y="1234440"/>
            <a:ext cx="1959429" cy="1959429"/>
          </a:xfrm>
          <a:prstGeom prst="ellipse">
            <a:avLst/>
          </a:prstGeom>
        </p:spPr>
      </p:pic>
      <p:sp>
        <p:nvSpPr>
          <p:cNvPr id="35" name="!!num_coach"/>
          <p:cNvSpPr txBox="1"/>
          <p:nvPr/>
        </p:nvSpPr>
        <p:spPr>
          <a:xfrm>
            <a:off x="1410789" y="1179576"/>
            <a:ext cx="117565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b="1" dirty="0">
                <a:solidFill>
                  <a:schemeClr val="accent1"/>
                </a:solidFill>
              </a:rPr>
              <a:t>C</a:t>
            </a:r>
            <a:endParaRPr lang="ar-SA" sz="5100" dirty="0"/>
          </a:p>
        </p:txBody>
      </p:sp>
      <p:sp>
        <p:nvSpPr>
          <p:cNvPr id="36" name="!!pos_coach"/>
          <p:cNvSpPr txBox="1"/>
          <p:nvPr/>
        </p:nvSpPr>
        <p:spPr>
          <a:xfrm>
            <a:off x="1410789" y="1947672"/>
            <a:ext cx="11756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COACH</a:t>
            </a:r>
            <a:endParaRPr lang="en-US" sz="1300" dirty="0"/>
          </a:p>
        </p:txBody>
      </p:sp>
      <p:sp>
        <p:nvSpPr>
          <p:cNvPr id="37" name="!!name_coach"/>
          <p:cNvSpPr txBox="1"/>
          <p:nvPr/>
        </p:nvSpPr>
        <p:spPr>
          <a:xfrm>
            <a:off x="137160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مطيع الجعفري</a:t>
            </a:r>
            <a:endParaRPr lang="ar-SA" sz="2400" dirty="0"/>
          </a:p>
        </p:txBody>
      </p:sp>
      <p:sp>
        <p:nvSpPr>
          <p:cNvPr id="38" name="!!role_coach"/>
          <p:cNvSpPr txBox="1"/>
          <p:nvPr/>
        </p:nvSpPr>
        <p:spPr>
          <a:xfrm>
            <a:off x="1489166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المشرف على المشروع</a:t>
            </a:r>
            <a:endParaRPr lang="ar-SA" sz="1400" dirty="0"/>
          </a:p>
        </p:txBody>
      </p:sp>
      <p:sp>
        <p:nvSpPr>
          <p:cNvPr id="39" name="Info panel"/>
          <p:cNvSpPr/>
          <p:nvPr/>
        </p:nvSpPr>
        <p:spPr>
          <a:xfrm>
            <a:off x="5394960" y="1143000"/>
            <a:ext cx="6355080" cy="3520440"/>
          </a:xfrm>
          <a:prstGeom prst="roundRect">
            <a:avLst>
              <a:gd name="adj" fmla="val 5195"/>
            </a:avLst>
          </a:prstGeom>
          <a:solidFill>
            <a:schemeClr val="tx1">
              <a:alpha val="65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40" name="Text 26"/>
          <p:cNvSpPr txBox="1"/>
          <p:nvPr/>
        </p:nvSpPr>
        <p:spPr>
          <a:xfrm>
            <a:off x="5669280" y="14630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accent1"/>
                </a:solidFill>
              </a:rPr>
              <a:t>المدرب</a:t>
            </a:r>
            <a:endParaRPr lang="ar-SA" sz="2200" dirty="0"/>
          </a:p>
        </p:txBody>
      </p:sp>
      <p:sp>
        <p:nvSpPr>
          <p:cNvPr id="41" name="Text 27"/>
          <p:cNvSpPr txBox="1"/>
          <p:nvPr/>
        </p:nvSpPr>
        <p:spPr>
          <a:xfrm>
            <a:off x="5669280" y="20574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chemeClr val="bg1"/>
                </a:solidFill>
              </a:rPr>
              <a:t>مطيع الجعفري</a:t>
            </a:r>
            <a:endParaRPr lang="ar-SA" sz="5400" dirty="0"/>
          </a:p>
        </p:txBody>
      </p:sp>
      <p:sp>
        <p:nvSpPr>
          <p:cNvPr id="42" name="Text 28"/>
          <p:cNvSpPr txBox="1"/>
          <p:nvPr/>
        </p:nvSpPr>
        <p:spPr>
          <a:xfrm>
            <a:off x="5669280" y="32461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dirty="0">
                <a:solidFill>
                  <a:schemeClr val="bg2"/>
                </a:solidFill>
              </a:rPr>
              <a:t>المشرف على المشروع</a:t>
            </a:r>
            <a:endParaRPr lang="ar-SA" sz="2800" dirty="0"/>
          </a:p>
        </p:txBody>
      </p:sp>
      <p:sp>
        <p:nvSpPr>
          <p:cNvPr id="43" name="Text 29"/>
          <p:cNvSpPr txBox="1"/>
          <p:nvPr/>
        </p:nvSpPr>
        <p:spPr>
          <a:xfrm>
            <a:off x="5669280" y="40233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accent6"/>
                </a:solidFill>
              </a:rPr>
              <a:t>التوجيه والإشراف ومتابعة الفريق في كل مراحل المشروع</a:t>
            </a:r>
            <a:endParaRPr lang="ar-SA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0" y="2743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تشكيلة الفريق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675120" y="960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accent1"/>
                </a:solidFill>
              </a:rPr>
              <a:t>[ اسم المشروع ]</a:t>
            </a:r>
            <a:endParaRPr lang="ar-SA" sz="1800" dirty="0"/>
          </a:p>
        </p:txBody>
      </p:sp>
      <p:pic>
        <p:nvPicPr>
          <p:cNvPr id="4" name="!!card_p2" descr="بطاقة محمد قري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331" y="1417320"/>
            <a:ext cx="1632857" cy="2286000"/>
          </a:xfrm>
          <a:prstGeom prst="rect">
            <a:avLst/>
          </a:prstGeom>
          <a:effectLst>
            <a:outerShdw sx="100000" sy="100000" kx="0" ky="0" algn="bl" rotWithShape="0" blurRad="95250" dist="50800" dir="5400000">
              <a:srgbClr val="000000">
                <a:alpha val="55000"/>
              </a:srgbClr>
            </a:outerShdw>
          </a:effectLst>
        </p:spPr>
      </p:pic>
      <p:pic>
        <p:nvPicPr>
          <p:cNvPr id="5" name="!!photo_p2" descr="صورة محمد قريع — بدّلها من: تغيير الصور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489" y="1645920"/>
            <a:ext cx="816429" cy="816429"/>
          </a:xfrm>
          <a:prstGeom prst="ellipse">
            <a:avLst/>
          </a:prstGeom>
        </p:spPr>
      </p:pic>
      <p:sp>
        <p:nvSpPr>
          <p:cNvPr id="6" name="!!num_p2"/>
          <p:cNvSpPr txBox="1"/>
          <p:nvPr/>
        </p:nvSpPr>
        <p:spPr>
          <a:xfrm>
            <a:off x="3108960" y="1623060"/>
            <a:ext cx="48985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100" b="1" dirty="0">
                <a:solidFill>
                  <a:schemeClr val="tx2"/>
                </a:solidFill>
              </a:rPr>
              <a:t>7</a:t>
            </a:r>
            <a:endParaRPr lang="ar-SA" sz="2100" dirty="0"/>
          </a:p>
        </p:txBody>
      </p:sp>
      <p:sp>
        <p:nvSpPr>
          <p:cNvPr id="7" name="!!pos_p2"/>
          <p:cNvSpPr txBox="1"/>
          <p:nvPr/>
        </p:nvSpPr>
        <p:spPr>
          <a:xfrm>
            <a:off x="3108960" y="1943100"/>
            <a:ext cx="4898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BE</a:t>
            </a:r>
            <a:endParaRPr lang="en-US" sz="800" dirty="0"/>
          </a:p>
        </p:txBody>
      </p:sp>
      <p:sp>
        <p:nvSpPr>
          <p:cNvPr id="8" name="!!name_p2"/>
          <p:cNvSpPr txBox="1"/>
          <p:nvPr/>
        </p:nvSpPr>
        <p:spPr>
          <a:xfrm>
            <a:off x="3092631" y="2560320"/>
            <a:ext cx="14042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tx2"/>
                </a:solidFill>
              </a:rPr>
              <a:t>محمد قريع</a:t>
            </a:r>
            <a:endParaRPr lang="ar-SA" sz="1000" dirty="0"/>
          </a:p>
        </p:txBody>
      </p:sp>
      <p:pic>
        <p:nvPicPr>
          <p:cNvPr id="9" name="!!card_p1" descr="بطاقة عيسى شاي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2619" y="1417320"/>
            <a:ext cx="1632857" cy="2286000"/>
          </a:xfrm>
          <a:prstGeom prst="rect">
            <a:avLst/>
          </a:prstGeom>
          <a:effectLst>
            <a:outerShdw sx="100000" sy="100000" kx="0" ky="0" algn="bl" rotWithShape="0" blurRad="95250" dist="50800" dir="5400000">
              <a:srgbClr val="000000">
                <a:alpha val="55000"/>
              </a:srgbClr>
            </a:outerShdw>
          </a:effectLst>
        </p:spPr>
      </p:pic>
      <p:pic>
        <p:nvPicPr>
          <p:cNvPr id="10" name="!!photo_p1" descr="صورة عيسى شايع — بدّلها من: تغيير الصور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6777" y="1645920"/>
            <a:ext cx="816429" cy="816429"/>
          </a:xfrm>
          <a:prstGeom prst="ellipse">
            <a:avLst/>
          </a:prstGeom>
        </p:spPr>
      </p:pic>
      <p:sp>
        <p:nvSpPr>
          <p:cNvPr id="11" name="!!num_p1"/>
          <p:cNvSpPr txBox="1"/>
          <p:nvPr/>
        </p:nvSpPr>
        <p:spPr>
          <a:xfrm>
            <a:off x="5413248" y="1623060"/>
            <a:ext cx="48985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100" b="1" dirty="0">
                <a:solidFill>
                  <a:schemeClr val="tx2"/>
                </a:solidFill>
              </a:rPr>
              <a:t>10</a:t>
            </a:r>
            <a:endParaRPr lang="ar-SA" sz="2100" dirty="0"/>
          </a:p>
        </p:txBody>
      </p:sp>
      <p:sp>
        <p:nvSpPr>
          <p:cNvPr id="12" name="!!pos_p1"/>
          <p:cNvSpPr txBox="1"/>
          <p:nvPr/>
        </p:nvSpPr>
        <p:spPr>
          <a:xfrm>
            <a:off x="5413248" y="1943100"/>
            <a:ext cx="4898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PM</a:t>
            </a:r>
            <a:endParaRPr lang="en-US" sz="800" dirty="0"/>
          </a:p>
        </p:txBody>
      </p:sp>
      <p:sp>
        <p:nvSpPr>
          <p:cNvPr id="13" name="!!name_p1"/>
          <p:cNvSpPr txBox="1"/>
          <p:nvPr/>
        </p:nvSpPr>
        <p:spPr>
          <a:xfrm>
            <a:off x="5396919" y="2560320"/>
            <a:ext cx="14042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tx2"/>
                </a:solidFill>
              </a:rPr>
              <a:t>عيسى شايع</a:t>
            </a:r>
            <a:endParaRPr lang="ar-SA" sz="1000" dirty="0"/>
          </a:p>
        </p:txBody>
      </p:sp>
      <p:sp>
        <p:nvSpPr>
          <p:cNvPr id="14" name="!!cap_p1"/>
          <p:cNvSpPr txBox="1"/>
          <p:nvPr/>
        </p:nvSpPr>
        <p:spPr>
          <a:xfrm>
            <a:off x="5968419" y="3246120"/>
            <a:ext cx="261257" cy="261257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1"/>
                </a:solidFill>
              </a:rPr>
              <a:t>©</a:t>
            </a:r>
            <a:endParaRPr lang="en-US" sz="800" dirty="0"/>
          </a:p>
        </p:txBody>
      </p:sp>
      <p:pic>
        <p:nvPicPr>
          <p:cNvPr id="15" name="!!card_p3" descr="بطاقة مازن عبد المعز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6907" y="1417320"/>
            <a:ext cx="1632857" cy="2286000"/>
          </a:xfrm>
          <a:prstGeom prst="rect">
            <a:avLst/>
          </a:prstGeom>
          <a:effectLst>
            <a:outerShdw sx="100000" sy="100000" kx="0" ky="0" algn="bl" rotWithShape="0" blurRad="95250" dist="50800" dir="5400000">
              <a:srgbClr val="000000">
                <a:alpha val="55000"/>
              </a:srgbClr>
            </a:outerShdw>
          </a:effectLst>
        </p:spPr>
      </p:pic>
      <p:pic>
        <p:nvPicPr>
          <p:cNvPr id="16" name="!!photo_p3" descr="صورة مازن عبد المعز — بدّلها من: تغيير الصورة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065" y="1645920"/>
            <a:ext cx="816429" cy="816429"/>
          </a:xfrm>
          <a:prstGeom prst="ellipse">
            <a:avLst/>
          </a:prstGeom>
        </p:spPr>
      </p:pic>
      <p:sp>
        <p:nvSpPr>
          <p:cNvPr id="17" name="!!num_p3"/>
          <p:cNvSpPr txBox="1"/>
          <p:nvPr/>
        </p:nvSpPr>
        <p:spPr>
          <a:xfrm>
            <a:off x="7717536" y="1623060"/>
            <a:ext cx="48985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100" b="1" dirty="0">
                <a:solidFill>
                  <a:schemeClr val="tx2"/>
                </a:solidFill>
              </a:rPr>
              <a:t>9</a:t>
            </a:r>
            <a:endParaRPr lang="ar-SA" sz="2100" dirty="0"/>
          </a:p>
        </p:txBody>
      </p:sp>
      <p:sp>
        <p:nvSpPr>
          <p:cNvPr id="18" name="!!pos_p3"/>
          <p:cNvSpPr txBox="1"/>
          <p:nvPr/>
        </p:nvSpPr>
        <p:spPr>
          <a:xfrm>
            <a:off x="7717536" y="1943100"/>
            <a:ext cx="4898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UI</a:t>
            </a:r>
            <a:endParaRPr lang="en-US" sz="800" dirty="0"/>
          </a:p>
        </p:txBody>
      </p:sp>
      <p:sp>
        <p:nvSpPr>
          <p:cNvPr id="19" name="!!name_p3"/>
          <p:cNvSpPr txBox="1"/>
          <p:nvPr/>
        </p:nvSpPr>
        <p:spPr>
          <a:xfrm>
            <a:off x="7701207" y="2560320"/>
            <a:ext cx="14042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tx2"/>
                </a:solidFill>
              </a:rPr>
              <a:t>مازن عبد المعز</a:t>
            </a:r>
            <a:endParaRPr lang="ar-SA" sz="1000" dirty="0"/>
          </a:p>
        </p:txBody>
      </p:sp>
      <p:pic>
        <p:nvPicPr>
          <p:cNvPr id="20" name="!!card_p4" descr="بطاقة برهان الزمر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8654" y="3886200"/>
            <a:ext cx="1926771" cy="2697480"/>
          </a:xfrm>
          <a:prstGeom prst="rect">
            <a:avLst/>
          </a:prstGeom>
          <a:effectLst>
            <a:outerShdw sx="100000" sy="100000" kx="0" ky="0" algn="bl" rotWithShape="0" blurRad="112395" dist="59944" dir="5400000">
              <a:srgbClr val="000000">
                <a:alpha val="55000"/>
              </a:srgbClr>
            </a:outerShdw>
          </a:effectLst>
        </p:spPr>
      </p:pic>
      <p:pic>
        <p:nvPicPr>
          <p:cNvPr id="21" name="!!photo_p4" descr="صورة برهان الزمر — بدّلها من: تغيير الصورة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1560" y="4155948"/>
            <a:ext cx="963386" cy="963386"/>
          </a:xfrm>
          <a:prstGeom prst="ellipse">
            <a:avLst/>
          </a:prstGeom>
        </p:spPr>
      </p:pic>
      <p:sp>
        <p:nvSpPr>
          <p:cNvPr id="22" name="!!num_p4"/>
          <p:cNvSpPr txBox="1"/>
          <p:nvPr/>
        </p:nvSpPr>
        <p:spPr>
          <a:xfrm>
            <a:off x="4082796" y="4128973"/>
            <a:ext cx="578031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b="1" dirty="0">
                <a:solidFill>
                  <a:schemeClr val="tx2"/>
                </a:solidFill>
              </a:rPr>
              <a:t>11</a:t>
            </a:r>
            <a:endParaRPr lang="ar-SA" sz="2500" dirty="0"/>
          </a:p>
        </p:txBody>
      </p:sp>
      <p:sp>
        <p:nvSpPr>
          <p:cNvPr id="23" name="!!pos_p4"/>
          <p:cNvSpPr txBox="1"/>
          <p:nvPr/>
        </p:nvSpPr>
        <p:spPr>
          <a:xfrm>
            <a:off x="4082796" y="4506620"/>
            <a:ext cx="578031" cy="161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FE</a:t>
            </a:r>
            <a:endParaRPr lang="en-US" sz="900" dirty="0"/>
          </a:p>
        </p:txBody>
      </p:sp>
      <p:sp>
        <p:nvSpPr>
          <p:cNvPr id="24" name="!!name_p4"/>
          <p:cNvSpPr txBox="1"/>
          <p:nvPr/>
        </p:nvSpPr>
        <p:spPr>
          <a:xfrm>
            <a:off x="4063528" y="5234940"/>
            <a:ext cx="1657023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tx2"/>
                </a:solidFill>
              </a:rPr>
              <a:t>برهان الزمر</a:t>
            </a:r>
            <a:endParaRPr lang="ar-SA" sz="1200" dirty="0"/>
          </a:p>
        </p:txBody>
      </p:sp>
      <p:pic>
        <p:nvPicPr>
          <p:cNvPr id="25" name="!!card_p5" descr="بطاقة محمد عادل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3526" y="3886200"/>
            <a:ext cx="1926771" cy="2697480"/>
          </a:xfrm>
          <a:prstGeom prst="rect">
            <a:avLst/>
          </a:prstGeom>
          <a:effectLst>
            <a:outerShdw sx="100000" sy="100000" kx="0" ky="0" algn="bl" rotWithShape="0" blurRad="112395" dist="59944" dir="5400000">
              <a:srgbClr val="000000">
                <a:alpha val="55000"/>
              </a:srgbClr>
            </a:outerShdw>
          </a:effectLst>
        </p:spPr>
      </p:pic>
      <p:pic>
        <p:nvPicPr>
          <p:cNvPr id="26" name="!!photo_p5" descr="صورة محمد عادل — بدّلها من: تغيير الصورة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6432" y="4155948"/>
            <a:ext cx="963386" cy="963386"/>
          </a:xfrm>
          <a:prstGeom prst="ellipse">
            <a:avLst/>
          </a:prstGeom>
        </p:spPr>
      </p:pic>
      <p:sp>
        <p:nvSpPr>
          <p:cNvPr id="27" name="!!num_p5"/>
          <p:cNvSpPr txBox="1"/>
          <p:nvPr/>
        </p:nvSpPr>
        <p:spPr>
          <a:xfrm>
            <a:off x="6487668" y="4128973"/>
            <a:ext cx="578031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b="1" dirty="0">
                <a:solidFill>
                  <a:schemeClr val="tx2"/>
                </a:solidFill>
              </a:rPr>
              <a:t>4</a:t>
            </a:r>
            <a:endParaRPr lang="ar-SA" sz="2500" dirty="0"/>
          </a:p>
        </p:txBody>
      </p:sp>
      <p:sp>
        <p:nvSpPr>
          <p:cNvPr id="28" name="!!pos_p5"/>
          <p:cNvSpPr txBox="1"/>
          <p:nvPr/>
        </p:nvSpPr>
        <p:spPr>
          <a:xfrm>
            <a:off x="6487668" y="4506620"/>
            <a:ext cx="578031" cy="161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DB</a:t>
            </a:r>
            <a:endParaRPr lang="en-US" sz="900" dirty="0"/>
          </a:p>
        </p:txBody>
      </p:sp>
      <p:sp>
        <p:nvSpPr>
          <p:cNvPr id="29" name="!!name_p5"/>
          <p:cNvSpPr txBox="1"/>
          <p:nvPr/>
        </p:nvSpPr>
        <p:spPr>
          <a:xfrm>
            <a:off x="6468400" y="5234940"/>
            <a:ext cx="1657023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tx2"/>
                </a:solidFill>
              </a:rPr>
              <a:t>محمد عادل</a:t>
            </a:r>
            <a:endParaRPr lang="ar-SA" sz="1200" dirty="0"/>
          </a:p>
        </p:txBody>
      </p:sp>
      <p:pic>
        <p:nvPicPr>
          <p:cNvPr id="30" name="!!card_coach" descr="بطاقة مطيع الجعفري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3886200"/>
            <a:ext cx="1926771" cy="2697480"/>
          </a:xfrm>
          <a:prstGeom prst="rect">
            <a:avLst/>
          </a:prstGeom>
          <a:effectLst>
            <a:outerShdw sx="100000" sy="100000" kx="0" ky="0" algn="bl" rotWithShape="0" blurRad="112395" dist="59944" dir="5400000">
              <a:srgbClr val="000000">
                <a:alpha val="55000"/>
              </a:srgbClr>
            </a:outerShdw>
          </a:effectLst>
        </p:spPr>
      </p:pic>
      <p:pic>
        <p:nvPicPr>
          <p:cNvPr id="31" name="!!photo_coach" descr="صورة مطيع الجعفري — بدّلها من: تغيير الصورة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61545" y="4155948"/>
            <a:ext cx="963386" cy="963386"/>
          </a:xfrm>
          <a:prstGeom prst="ellipse">
            <a:avLst/>
          </a:prstGeom>
        </p:spPr>
      </p:pic>
      <p:sp>
        <p:nvSpPr>
          <p:cNvPr id="32" name="!!num_coach"/>
          <p:cNvSpPr txBox="1"/>
          <p:nvPr/>
        </p:nvSpPr>
        <p:spPr>
          <a:xfrm>
            <a:off x="702782" y="4128973"/>
            <a:ext cx="578031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b="1" dirty="0">
                <a:solidFill>
                  <a:schemeClr val="accent1"/>
                </a:solidFill>
              </a:rPr>
              <a:t>C</a:t>
            </a:r>
            <a:endParaRPr lang="ar-SA" sz="2500" dirty="0"/>
          </a:p>
        </p:txBody>
      </p:sp>
      <p:sp>
        <p:nvSpPr>
          <p:cNvPr id="33" name="!!pos_coach"/>
          <p:cNvSpPr txBox="1"/>
          <p:nvPr/>
        </p:nvSpPr>
        <p:spPr>
          <a:xfrm>
            <a:off x="702782" y="4506620"/>
            <a:ext cx="578031" cy="161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chemeClr val="accent1"/>
                </a:solidFill>
              </a:rPr>
              <a:t>COACH</a:t>
            </a:r>
            <a:endParaRPr lang="en-US" sz="700" dirty="0"/>
          </a:p>
        </p:txBody>
      </p:sp>
      <p:sp>
        <p:nvSpPr>
          <p:cNvPr id="34" name="!!name_coach"/>
          <p:cNvSpPr txBox="1"/>
          <p:nvPr/>
        </p:nvSpPr>
        <p:spPr>
          <a:xfrm>
            <a:off x="683514" y="5234940"/>
            <a:ext cx="1657023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مطيع الجعفري</a:t>
            </a:r>
            <a:endParaRPr lang="ar-SA" sz="1200" dirty="0"/>
          </a:p>
        </p:txBody>
      </p:sp>
      <p:sp>
        <p:nvSpPr>
          <p:cNvPr id="35" name="Text 21"/>
          <p:cNvSpPr txBox="1"/>
          <p:nvPr/>
        </p:nvSpPr>
        <p:spPr>
          <a:xfrm>
            <a:off x="548640" y="3429000"/>
            <a:ext cx="1926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المدرب</a:t>
            </a:r>
            <a:endParaRPr lang="ar-SA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tadium Night">
  <a:themeElements>
    <a:clrScheme name="Stadium Night">
      <a:dk1>
        <a:srgbClr val="0B1A12"/>
      </a:dk1>
      <a:lt1>
        <a:srgbClr val="FFFFFF"/>
      </a:lt1>
      <a:dk2>
        <a:srgbClr val="2B1D05"/>
      </a:dk2>
      <a:lt2>
        <a:srgbClr val="F3E2A6"/>
      </a:lt2>
      <a:accent1>
        <a:srgbClr val="E2BA52"/>
      </a:accent1>
      <a:accent2>
        <a:srgbClr val="2E8B57"/>
      </a:accent2>
      <a:accent3>
        <a:srgbClr val="DEB85A"/>
      </a:accent3>
      <a:accent4>
        <a:srgbClr val="1F6B45"/>
      </a:accent4>
      <a:accent5>
        <a:srgbClr val="A87822"/>
      </a:accent5>
      <a:accent6>
        <a:srgbClr val="CFE8D6"/>
      </a:accent6>
      <a:hlink>
        <a:srgbClr val="E2BA52"/>
      </a:hlink>
      <a:folHlink>
        <a:srgbClr val="A87822"/>
      </a:folHlink>
    </a:clrScheme>
    <a:fontScheme name="Stadium Nigh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تشكيلة فريق مشروع التخرج</dc:title>
  <dc:subject>PptxGenJS Presentation</dc:subject>
  <dc:creator>PptxGenJS</dc:creator>
  <cp:lastModifiedBy>PptxGenJS</cp:lastModifiedBy>
  <cp:revision>1</cp:revision>
  <dcterms:created xsi:type="dcterms:W3CDTF">2026-10-16T22:57:15Z</dcterms:created>
  <dcterms:modified xsi:type="dcterms:W3CDTF">2026-10-16T22:57:15Z</dcterms:modified>
</cp:coreProperties>
</file>