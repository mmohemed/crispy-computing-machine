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a76e352c-ca43-b9a9-84f8-53866a7960ed}">
          <p14:sldIdLst>
            <p14:sldId id="256"/>
          </p14:sldIdLst>
        </p14:section>
        <p14:section name="اختيار الشخصيات" id="{7e27da99-d898-fc03-9f16-57128f7a9acc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الفريق جاهز" id="{cde55eba-051c-75d3-5892-78fe6847458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«اسمحوا لنا أن نقدّم لكم فريقنا… لنبدأ اللعبة».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عيسى شايع: دوره في المشروع وأبرز ما أنجزه. (عدّل أرقام المهارات بحسب كل طالب)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محمد قريع: دوره في المشروع وأبرز ما أنجزه. (عدّل أرقام المهارات بحسب كل طالب)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مازن عبد المعز: دوره في المشروع وأبرز ما أنجزه. (عدّل أرقام المهارات بحسب كل طالب)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برهان الزمر: دوره في المشروع وأبرز ما أنجزه. (عدّل أرقام المهارات بحسب كل طالب)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محمد عادل: دوره في المشروع وأبرز ما أنجزه. (عدّل أرقام المهارات بحسب كل طالب)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المشرف بصفته «Game Master» الذي وجّه الفريق، واشكره.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«هذا فريقنا… والآن ننتقل إلى المشروع».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EON_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NEON_SELEC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1188720"/>
            <a:ext cx="94457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ctr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_SELEC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image" Target="../media/image-4-2.png"/><Relationship Id="rId8" Type="http://schemas.openxmlformats.org/officeDocument/2006/relationships/image" Target="../media/image-4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1188720"/>
            <a:ext cx="9445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فريق مشروع التخرج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2286000" y="2423160"/>
            <a:ext cx="7616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chemeClr val="accent1"/>
                </a:solidFill>
              </a:rPr>
              <a:t>[ اسم المشروع ]</a:t>
            </a:r>
            <a:endParaRPr lang="ar-SA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68580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YOUR TEAM</a:t>
            </a:r>
            <a:endParaRPr lang="en-US" sz="2000" dirty="0"/>
          </a:p>
        </p:txBody>
      </p:sp>
      <p:sp>
        <p:nvSpPr>
          <p:cNvPr id="5" name="Start button"/>
          <p:cNvSpPr txBox="1"/>
          <p:nvPr/>
        </p:nvSpPr>
        <p:spPr>
          <a:xfrm>
            <a:off x="4270248" y="3840480"/>
            <a:ext cx="36576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50800" dir="16200000">
              <a:srgbClr val="22D3EE">
                <a:alpha val="9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►  PRESS START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306324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تحت إشراف: </a:t>
            </a:r>
            <a:pPr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مطيع الجعفري</a:t>
            </a:r>
            <a:endParaRPr lang="ar-SA" sz="1800" dirty="0"/>
          </a:p>
        </p:txBody>
      </p:sp>
      <p:sp>
        <p:nvSpPr>
          <p:cNvPr id="7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!!tilephoto_p1" descr="صور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9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10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!!tilephoto_p2" descr="صورة محمد قر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12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13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!!tilephoto_p3" descr="صورة مازن عبد المع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15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16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!!tilephoto_p4" descr="صورة 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18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19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!!tilephoto_p5" descr="صورة محمد عاد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21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22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!!tilephoto_gm" descr="صورة مطيع الجعفر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24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اختر شخصيتك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 SELECT</a:t>
            </a:r>
            <a:endParaRPr lang="en-US" sz="1600" dirty="0"/>
          </a:p>
        </p:txBody>
      </p:sp>
      <p:pic>
        <p:nvPicPr>
          <p:cNvPr id="4" name="!!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4572000" cy="1600200"/>
          </a:xfrm>
          <a:prstGeom prst="rect">
            <a:avLst/>
          </a:prstGeom>
        </p:spPr>
      </p:pic>
      <p:sp>
        <p:nvSpPr>
          <p:cNvPr id="5" name="!!heroring"/>
          <p:cNvSpPr/>
          <p:nvPr/>
        </p:nvSpPr>
        <p:spPr>
          <a:xfrm>
            <a:off x="1691640" y="960120"/>
            <a:ext cx="2834640" cy="283464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90000"/>
              </a:srgbClr>
            </a:outerShdw>
          </a:effectLst>
        </p:spPr>
      </p:sp>
      <p:pic>
        <p:nvPicPr>
          <p:cNvPr id="6" name="!!her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78992"/>
            <a:ext cx="2596896" cy="2596896"/>
          </a:xfrm>
          <a:prstGeom prst="ellipse">
            <a:avLst/>
          </a:prstGeom>
        </p:spPr>
      </p:pic>
      <p:sp>
        <p:nvSpPr>
          <p:cNvPr id="7" name="!!panel"/>
          <p:cNvSpPr/>
          <p:nvPr/>
        </p:nvSpPr>
        <p:spPr>
          <a:xfrm>
            <a:off x="5760720" y="1051560"/>
            <a:ext cx="5989320" cy="3931920"/>
          </a:xfrm>
          <a:prstGeom prst="roundRect">
            <a:avLst>
              <a:gd name="adj" fmla="val 4186"/>
            </a:avLst>
          </a:prstGeom>
          <a:solidFill>
            <a:schemeClr val="tx1">
              <a:alpha val="7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 •  CLASS: LEADER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عيسى شايع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قائد الفريق ومدير المشروع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البرمجة</a:t>
            </a:r>
            <a:endParaRPr lang="ar-SA" sz="1400" dirty="0"/>
          </a:p>
        </p:txBody>
      </p:sp>
      <p:sp>
        <p:nvSpPr>
          <p:cNvPr id="12" name="!!track_0"/>
          <p:cNvSpPr/>
          <p:nvPr/>
        </p:nvSpPr>
        <p:spPr>
          <a:xfrm>
            <a:off x="6629400" y="301752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!!bar_0"/>
          <p:cNvSpPr/>
          <p:nvPr/>
        </p:nvSpPr>
        <p:spPr>
          <a:xfrm>
            <a:off x="7306056" y="3017520"/>
            <a:ext cx="2706624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!!val_0"/>
          <p:cNvSpPr txBox="1"/>
          <p:nvPr/>
        </p:nvSpPr>
        <p:spPr>
          <a:xfrm>
            <a:off x="6035040" y="29626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التصميم</a:t>
            </a:r>
            <a:endParaRPr lang="ar-SA" sz="1400" dirty="0"/>
          </a:p>
        </p:txBody>
      </p:sp>
      <p:sp>
        <p:nvSpPr>
          <p:cNvPr id="16" name="!!track_1"/>
          <p:cNvSpPr/>
          <p:nvPr/>
        </p:nvSpPr>
        <p:spPr>
          <a:xfrm>
            <a:off x="6629400" y="338328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!!bar_1"/>
          <p:cNvSpPr/>
          <p:nvPr/>
        </p:nvSpPr>
        <p:spPr>
          <a:xfrm>
            <a:off x="7813548" y="3383280"/>
            <a:ext cx="219913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!!val_1"/>
          <p:cNvSpPr txBox="1"/>
          <p:nvPr/>
        </p:nvSpPr>
        <p:spPr>
          <a:xfrm>
            <a:off x="6035040" y="3328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قواعد البيانات</a:t>
            </a:r>
            <a:endParaRPr lang="ar-SA" sz="1400" dirty="0"/>
          </a:p>
        </p:txBody>
      </p:sp>
      <p:sp>
        <p:nvSpPr>
          <p:cNvPr id="20" name="!!track_2"/>
          <p:cNvSpPr/>
          <p:nvPr/>
        </p:nvSpPr>
        <p:spPr>
          <a:xfrm>
            <a:off x="6629400" y="374904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!!bar_2"/>
          <p:cNvSpPr/>
          <p:nvPr/>
        </p:nvSpPr>
        <p:spPr>
          <a:xfrm>
            <a:off x="7644384" y="3749040"/>
            <a:ext cx="236829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!!val_2"/>
          <p:cNvSpPr txBox="1"/>
          <p:nvPr/>
        </p:nvSpPr>
        <p:spPr>
          <a:xfrm>
            <a:off x="60350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4059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الإدارة</a:t>
            </a:r>
            <a:endParaRPr lang="ar-SA" sz="1400" dirty="0"/>
          </a:p>
        </p:txBody>
      </p:sp>
      <p:sp>
        <p:nvSpPr>
          <p:cNvPr id="24" name="!!track_3"/>
          <p:cNvSpPr/>
          <p:nvPr/>
        </p:nvSpPr>
        <p:spPr>
          <a:xfrm>
            <a:off x="6629400" y="411480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!!bar_3"/>
          <p:cNvSpPr/>
          <p:nvPr/>
        </p:nvSpPr>
        <p:spPr>
          <a:xfrm>
            <a:off x="6798564" y="4114800"/>
            <a:ext cx="321411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!!val_3"/>
          <p:cNvSpPr txBox="1"/>
          <p:nvPr/>
        </p:nvSpPr>
        <p:spPr>
          <a:xfrm>
            <a:off x="603504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الاختبار</a:t>
            </a:r>
            <a:endParaRPr lang="ar-SA" sz="1400" dirty="0"/>
          </a:p>
        </p:txBody>
      </p:sp>
      <p:sp>
        <p:nvSpPr>
          <p:cNvPr id="28" name="!!track_4"/>
          <p:cNvSpPr/>
          <p:nvPr/>
        </p:nvSpPr>
        <p:spPr>
          <a:xfrm>
            <a:off x="6629400" y="448056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!!bar_4"/>
          <p:cNvSpPr/>
          <p:nvPr/>
        </p:nvSpPr>
        <p:spPr>
          <a:xfrm>
            <a:off x="7475220" y="4480560"/>
            <a:ext cx="253746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!!val_4"/>
          <p:cNvSpPr txBox="1"/>
          <p:nvPr/>
        </p:nvSpPr>
        <p:spPr>
          <a:xfrm>
            <a:off x="603504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400" dirty="0"/>
          </a:p>
        </p:txBody>
      </p:sp>
      <p:sp>
        <p:nvSpPr>
          <p:cNvPr id="31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!!tilephoto_p1" descr="صور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33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34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!!tilephoto_p2" descr="صورة محمد قري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36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37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!!tilephoto_p3" descr="صور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39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40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!!tilephoto_p4" descr="صورة برهان الزم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42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43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!!tilephoto_p5" descr="صورة محمد عاد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45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46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!!tilephoto_gm" descr="صورة مطيع الجعفر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48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  <p:sp>
        <p:nvSpPr>
          <p:cNvPr id="49" name="!!cursor"/>
          <p:cNvSpPr/>
          <p:nvPr/>
        </p:nvSpPr>
        <p:spPr>
          <a:xfrm>
            <a:off x="8715604" y="5294376"/>
            <a:ext cx="1161288" cy="1298448"/>
          </a:xfrm>
          <a:prstGeom prst="roundRect">
            <a:avLst>
              <a:gd name="adj" fmla="val 11811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16200000">
              <a:srgbClr val="22D3EE">
                <a:alpha val="90000"/>
              </a:srgbClr>
            </a:outerShdw>
          </a:effectLst>
        </p:spPr>
      </p:sp>
      <p:sp>
        <p:nvSpPr>
          <p:cNvPr id="50" name="!!cursortag"/>
          <p:cNvSpPr txBox="1"/>
          <p:nvPr/>
        </p:nvSpPr>
        <p:spPr>
          <a:xfrm>
            <a:off x="9021928" y="4965192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اختر شخصيتك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 SELECT</a:t>
            </a:r>
            <a:endParaRPr lang="en-US" sz="1600" dirty="0"/>
          </a:p>
        </p:txBody>
      </p:sp>
      <p:pic>
        <p:nvPicPr>
          <p:cNvPr id="4" name="!!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4572000" cy="1600200"/>
          </a:xfrm>
          <a:prstGeom prst="rect">
            <a:avLst/>
          </a:prstGeom>
        </p:spPr>
      </p:pic>
      <p:sp>
        <p:nvSpPr>
          <p:cNvPr id="5" name="!!heroring"/>
          <p:cNvSpPr/>
          <p:nvPr/>
        </p:nvSpPr>
        <p:spPr>
          <a:xfrm>
            <a:off x="1691640" y="960120"/>
            <a:ext cx="2834640" cy="283464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90000"/>
              </a:srgbClr>
            </a:outerShdw>
          </a:effectLst>
        </p:spPr>
      </p:sp>
      <p:pic>
        <p:nvPicPr>
          <p:cNvPr id="6" name="!!her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78992"/>
            <a:ext cx="2596896" cy="2596896"/>
          </a:xfrm>
          <a:prstGeom prst="ellipse">
            <a:avLst/>
          </a:prstGeom>
        </p:spPr>
      </p:pic>
      <p:sp>
        <p:nvSpPr>
          <p:cNvPr id="7" name="!!panel"/>
          <p:cNvSpPr/>
          <p:nvPr/>
        </p:nvSpPr>
        <p:spPr>
          <a:xfrm>
            <a:off x="5760720" y="1051560"/>
            <a:ext cx="5989320" cy="3931920"/>
          </a:xfrm>
          <a:prstGeom prst="roundRect">
            <a:avLst>
              <a:gd name="adj" fmla="val 4186"/>
            </a:avLst>
          </a:prstGeom>
          <a:solidFill>
            <a:schemeClr val="tx1">
              <a:alpha val="7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 •  CLASS: BACKEND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محمد قريع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مطوّر الواجهة الخلفية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البرمجة</a:t>
            </a:r>
            <a:endParaRPr lang="ar-SA" sz="1400" dirty="0"/>
          </a:p>
        </p:txBody>
      </p:sp>
      <p:sp>
        <p:nvSpPr>
          <p:cNvPr id="12" name="!!track_0"/>
          <p:cNvSpPr/>
          <p:nvPr/>
        </p:nvSpPr>
        <p:spPr>
          <a:xfrm>
            <a:off x="6629400" y="301752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!!bar_0"/>
          <p:cNvSpPr/>
          <p:nvPr/>
        </p:nvSpPr>
        <p:spPr>
          <a:xfrm>
            <a:off x="6798564" y="3017520"/>
            <a:ext cx="321411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!!val_0"/>
          <p:cNvSpPr txBox="1"/>
          <p:nvPr/>
        </p:nvSpPr>
        <p:spPr>
          <a:xfrm>
            <a:off x="6035040" y="29626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التصميم</a:t>
            </a:r>
            <a:endParaRPr lang="ar-SA" sz="1400" dirty="0"/>
          </a:p>
        </p:txBody>
      </p:sp>
      <p:sp>
        <p:nvSpPr>
          <p:cNvPr id="16" name="!!track_1"/>
          <p:cNvSpPr/>
          <p:nvPr/>
        </p:nvSpPr>
        <p:spPr>
          <a:xfrm>
            <a:off x="6629400" y="338328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!!bar_1"/>
          <p:cNvSpPr/>
          <p:nvPr/>
        </p:nvSpPr>
        <p:spPr>
          <a:xfrm>
            <a:off x="8151876" y="3383280"/>
            <a:ext cx="1860804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!!val_1"/>
          <p:cNvSpPr txBox="1"/>
          <p:nvPr/>
        </p:nvSpPr>
        <p:spPr>
          <a:xfrm>
            <a:off x="6035040" y="3328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قواعد البيانات</a:t>
            </a:r>
            <a:endParaRPr lang="ar-SA" sz="1400" dirty="0"/>
          </a:p>
        </p:txBody>
      </p:sp>
      <p:sp>
        <p:nvSpPr>
          <p:cNvPr id="20" name="!!track_2"/>
          <p:cNvSpPr/>
          <p:nvPr/>
        </p:nvSpPr>
        <p:spPr>
          <a:xfrm>
            <a:off x="6629400" y="374904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!!bar_2"/>
          <p:cNvSpPr/>
          <p:nvPr/>
        </p:nvSpPr>
        <p:spPr>
          <a:xfrm>
            <a:off x="7136892" y="3749040"/>
            <a:ext cx="2875788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!!val_2"/>
          <p:cNvSpPr txBox="1"/>
          <p:nvPr/>
        </p:nvSpPr>
        <p:spPr>
          <a:xfrm>
            <a:off x="60350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4059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الإدارة</a:t>
            </a:r>
            <a:endParaRPr lang="ar-SA" sz="1400" dirty="0"/>
          </a:p>
        </p:txBody>
      </p:sp>
      <p:sp>
        <p:nvSpPr>
          <p:cNvPr id="24" name="!!track_3"/>
          <p:cNvSpPr/>
          <p:nvPr/>
        </p:nvSpPr>
        <p:spPr>
          <a:xfrm>
            <a:off x="6629400" y="411480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!!bar_3"/>
          <p:cNvSpPr/>
          <p:nvPr/>
        </p:nvSpPr>
        <p:spPr>
          <a:xfrm>
            <a:off x="7813548" y="4114800"/>
            <a:ext cx="219913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!!val_3"/>
          <p:cNvSpPr txBox="1"/>
          <p:nvPr/>
        </p:nvSpPr>
        <p:spPr>
          <a:xfrm>
            <a:off x="603504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الاختبار</a:t>
            </a:r>
            <a:endParaRPr lang="ar-SA" sz="1400" dirty="0"/>
          </a:p>
        </p:txBody>
      </p:sp>
      <p:sp>
        <p:nvSpPr>
          <p:cNvPr id="28" name="!!track_4"/>
          <p:cNvSpPr/>
          <p:nvPr/>
        </p:nvSpPr>
        <p:spPr>
          <a:xfrm>
            <a:off x="6629400" y="448056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!!bar_4"/>
          <p:cNvSpPr/>
          <p:nvPr/>
        </p:nvSpPr>
        <p:spPr>
          <a:xfrm>
            <a:off x="7475220" y="4480560"/>
            <a:ext cx="253746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!!val_4"/>
          <p:cNvSpPr txBox="1"/>
          <p:nvPr/>
        </p:nvSpPr>
        <p:spPr>
          <a:xfrm>
            <a:off x="603504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400" dirty="0"/>
          </a:p>
        </p:txBody>
      </p:sp>
      <p:sp>
        <p:nvSpPr>
          <p:cNvPr id="31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!!tilephoto_p1" descr="صور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33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34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!!tilephoto_p2" descr="صورة محمد قري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36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37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!!tilephoto_p3" descr="صور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39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40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!!tilephoto_p4" descr="صورة برهان الزم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42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43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!!tilephoto_p5" descr="صورة محمد عاد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45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46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!!tilephoto_gm" descr="صورة مطيع الجعفر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48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  <p:sp>
        <p:nvSpPr>
          <p:cNvPr id="49" name="!!cursor"/>
          <p:cNvSpPr/>
          <p:nvPr/>
        </p:nvSpPr>
        <p:spPr>
          <a:xfrm>
            <a:off x="7435444" y="5294376"/>
            <a:ext cx="1161288" cy="1298448"/>
          </a:xfrm>
          <a:prstGeom prst="roundRect">
            <a:avLst>
              <a:gd name="adj" fmla="val 11811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16200000">
              <a:srgbClr val="22D3EE">
                <a:alpha val="90000"/>
              </a:srgbClr>
            </a:outerShdw>
          </a:effectLst>
        </p:spPr>
      </p:sp>
      <p:sp>
        <p:nvSpPr>
          <p:cNvPr id="50" name="!!cursortag"/>
          <p:cNvSpPr txBox="1"/>
          <p:nvPr/>
        </p:nvSpPr>
        <p:spPr>
          <a:xfrm>
            <a:off x="7741768" y="4965192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اختر شخصيتك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 SELECT</a:t>
            </a:r>
            <a:endParaRPr lang="en-US" sz="1600" dirty="0"/>
          </a:p>
        </p:txBody>
      </p:sp>
      <p:pic>
        <p:nvPicPr>
          <p:cNvPr id="4" name="!!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4572000" cy="1600200"/>
          </a:xfrm>
          <a:prstGeom prst="rect">
            <a:avLst/>
          </a:prstGeom>
        </p:spPr>
      </p:pic>
      <p:sp>
        <p:nvSpPr>
          <p:cNvPr id="5" name="!!heroring"/>
          <p:cNvSpPr/>
          <p:nvPr/>
        </p:nvSpPr>
        <p:spPr>
          <a:xfrm>
            <a:off x="1691640" y="960120"/>
            <a:ext cx="2834640" cy="283464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90000"/>
              </a:srgbClr>
            </a:outerShdw>
          </a:effectLst>
        </p:spPr>
      </p:sp>
      <p:pic>
        <p:nvPicPr>
          <p:cNvPr id="6" name="!!her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78992"/>
            <a:ext cx="2596896" cy="2596896"/>
          </a:xfrm>
          <a:prstGeom prst="ellipse">
            <a:avLst/>
          </a:prstGeom>
        </p:spPr>
      </p:pic>
      <p:sp>
        <p:nvSpPr>
          <p:cNvPr id="7" name="!!panel"/>
          <p:cNvSpPr/>
          <p:nvPr/>
        </p:nvSpPr>
        <p:spPr>
          <a:xfrm>
            <a:off x="5760720" y="1051560"/>
            <a:ext cx="5989320" cy="3931920"/>
          </a:xfrm>
          <a:prstGeom prst="roundRect">
            <a:avLst>
              <a:gd name="adj" fmla="val 4186"/>
            </a:avLst>
          </a:prstGeom>
          <a:solidFill>
            <a:schemeClr val="tx1">
              <a:alpha val="7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 •  CLASS: UI / UX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مازن عبد المعز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مصمّم واجهات المستخدم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البرمجة</a:t>
            </a:r>
            <a:endParaRPr lang="ar-SA" sz="1400" dirty="0"/>
          </a:p>
        </p:txBody>
      </p:sp>
      <p:sp>
        <p:nvSpPr>
          <p:cNvPr id="12" name="!!track_0"/>
          <p:cNvSpPr/>
          <p:nvPr/>
        </p:nvSpPr>
        <p:spPr>
          <a:xfrm>
            <a:off x="6629400" y="301752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!!bar_0"/>
          <p:cNvSpPr/>
          <p:nvPr/>
        </p:nvSpPr>
        <p:spPr>
          <a:xfrm>
            <a:off x="7644384" y="3017520"/>
            <a:ext cx="236829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!!val_0"/>
          <p:cNvSpPr txBox="1"/>
          <p:nvPr/>
        </p:nvSpPr>
        <p:spPr>
          <a:xfrm>
            <a:off x="6035040" y="29626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التصميم</a:t>
            </a:r>
            <a:endParaRPr lang="ar-SA" sz="1400" dirty="0"/>
          </a:p>
        </p:txBody>
      </p:sp>
      <p:sp>
        <p:nvSpPr>
          <p:cNvPr id="16" name="!!track_1"/>
          <p:cNvSpPr/>
          <p:nvPr/>
        </p:nvSpPr>
        <p:spPr>
          <a:xfrm>
            <a:off x="6629400" y="338328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!!bar_1"/>
          <p:cNvSpPr/>
          <p:nvPr/>
        </p:nvSpPr>
        <p:spPr>
          <a:xfrm>
            <a:off x="6798564" y="3383280"/>
            <a:ext cx="321411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!!val_1"/>
          <p:cNvSpPr txBox="1"/>
          <p:nvPr/>
        </p:nvSpPr>
        <p:spPr>
          <a:xfrm>
            <a:off x="6035040" y="3328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قواعد البيانات</a:t>
            </a:r>
            <a:endParaRPr lang="ar-SA" sz="1400" dirty="0"/>
          </a:p>
        </p:txBody>
      </p:sp>
      <p:sp>
        <p:nvSpPr>
          <p:cNvPr id="20" name="!!track_2"/>
          <p:cNvSpPr/>
          <p:nvPr/>
        </p:nvSpPr>
        <p:spPr>
          <a:xfrm>
            <a:off x="6629400" y="374904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!!bar_2"/>
          <p:cNvSpPr/>
          <p:nvPr/>
        </p:nvSpPr>
        <p:spPr>
          <a:xfrm>
            <a:off x="7982712" y="3749040"/>
            <a:ext cx="2029968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!!val_2"/>
          <p:cNvSpPr txBox="1"/>
          <p:nvPr/>
        </p:nvSpPr>
        <p:spPr>
          <a:xfrm>
            <a:off x="60350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4059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الإدارة</a:t>
            </a:r>
            <a:endParaRPr lang="ar-SA" sz="1400" dirty="0"/>
          </a:p>
        </p:txBody>
      </p:sp>
      <p:sp>
        <p:nvSpPr>
          <p:cNvPr id="24" name="!!track_3"/>
          <p:cNvSpPr/>
          <p:nvPr/>
        </p:nvSpPr>
        <p:spPr>
          <a:xfrm>
            <a:off x="6629400" y="411480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!!bar_3"/>
          <p:cNvSpPr/>
          <p:nvPr/>
        </p:nvSpPr>
        <p:spPr>
          <a:xfrm>
            <a:off x="7644384" y="4114800"/>
            <a:ext cx="236829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!!val_3"/>
          <p:cNvSpPr txBox="1"/>
          <p:nvPr/>
        </p:nvSpPr>
        <p:spPr>
          <a:xfrm>
            <a:off x="603504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الاختبار</a:t>
            </a:r>
            <a:endParaRPr lang="ar-SA" sz="1400" dirty="0"/>
          </a:p>
        </p:txBody>
      </p:sp>
      <p:sp>
        <p:nvSpPr>
          <p:cNvPr id="28" name="!!track_4"/>
          <p:cNvSpPr/>
          <p:nvPr/>
        </p:nvSpPr>
        <p:spPr>
          <a:xfrm>
            <a:off x="6629400" y="448056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!!bar_4"/>
          <p:cNvSpPr/>
          <p:nvPr/>
        </p:nvSpPr>
        <p:spPr>
          <a:xfrm>
            <a:off x="7813548" y="4480560"/>
            <a:ext cx="219913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!!val_4"/>
          <p:cNvSpPr txBox="1"/>
          <p:nvPr/>
        </p:nvSpPr>
        <p:spPr>
          <a:xfrm>
            <a:off x="603504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400" dirty="0"/>
          </a:p>
        </p:txBody>
      </p:sp>
      <p:sp>
        <p:nvSpPr>
          <p:cNvPr id="31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!!tilephoto_p1" descr="صور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33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34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!!tilephoto_p2" descr="صورة محمد قري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36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37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!!tilephoto_p3" descr="صور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39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40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!!tilephoto_p4" descr="صورة برهان الزم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42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43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!!tilephoto_p5" descr="صورة محمد عاد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45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46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!!tilephoto_gm" descr="صورة مطيع الجعفر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48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  <p:sp>
        <p:nvSpPr>
          <p:cNvPr id="49" name="!!cursor"/>
          <p:cNvSpPr/>
          <p:nvPr/>
        </p:nvSpPr>
        <p:spPr>
          <a:xfrm>
            <a:off x="6155284" y="5294376"/>
            <a:ext cx="1161288" cy="1298448"/>
          </a:xfrm>
          <a:prstGeom prst="roundRect">
            <a:avLst>
              <a:gd name="adj" fmla="val 11811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16200000">
              <a:srgbClr val="22D3EE">
                <a:alpha val="90000"/>
              </a:srgbClr>
            </a:outerShdw>
          </a:effectLst>
        </p:spPr>
      </p:sp>
      <p:sp>
        <p:nvSpPr>
          <p:cNvPr id="50" name="!!cursortag"/>
          <p:cNvSpPr txBox="1"/>
          <p:nvPr/>
        </p:nvSpPr>
        <p:spPr>
          <a:xfrm>
            <a:off x="6461608" y="4965192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اختر شخصيتك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 SELECT</a:t>
            </a:r>
            <a:endParaRPr lang="en-US" sz="1600" dirty="0"/>
          </a:p>
        </p:txBody>
      </p:sp>
      <p:pic>
        <p:nvPicPr>
          <p:cNvPr id="4" name="!!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4572000" cy="1600200"/>
          </a:xfrm>
          <a:prstGeom prst="rect">
            <a:avLst/>
          </a:prstGeom>
        </p:spPr>
      </p:pic>
      <p:sp>
        <p:nvSpPr>
          <p:cNvPr id="5" name="!!heroring"/>
          <p:cNvSpPr/>
          <p:nvPr/>
        </p:nvSpPr>
        <p:spPr>
          <a:xfrm>
            <a:off x="1691640" y="960120"/>
            <a:ext cx="2834640" cy="283464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90000"/>
              </a:srgbClr>
            </a:outerShdw>
          </a:effectLst>
        </p:spPr>
      </p:sp>
      <p:pic>
        <p:nvPicPr>
          <p:cNvPr id="6" name="!!her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78992"/>
            <a:ext cx="2596896" cy="2596896"/>
          </a:xfrm>
          <a:prstGeom prst="ellipse">
            <a:avLst/>
          </a:prstGeom>
        </p:spPr>
      </p:pic>
      <p:sp>
        <p:nvSpPr>
          <p:cNvPr id="7" name="!!panel"/>
          <p:cNvSpPr/>
          <p:nvPr/>
        </p:nvSpPr>
        <p:spPr>
          <a:xfrm>
            <a:off x="5760720" y="1051560"/>
            <a:ext cx="5989320" cy="3931920"/>
          </a:xfrm>
          <a:prstGeom prst="roundRect">
            <a:avLst>
              <a:gd name="adj" fmla="val 4186"/>
            </a:avLst>
          </a:prstGeom>
          <a:solidFill>
            <a:schemeClr val="tx1">
              <a:alpha val="7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 •  CLASS: FRONTEND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برهان الزمر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مطوّر الواجهة الأمامية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البرمجة</a:t>
            </a:r>
            <a:endParaRPr lang="ar-SA" sz="1400" dirty="0"/>
          </a:p>
        </p:txBody>
      </p:sp>
      <p:sp>
        <p:nvSpPr>
          <p:cNvPr id="12" name="!!track_0"/>
          <p:cNvSpPr/>
          <p:nvPr/>
        </p:nvSpPr>
        <p:spPr>
          <a:xfrm>
            <a:off x="6629400" y="301752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!!bar_0"/>
          <p:cNvSpPr/>
          <p:nvPr/>
        </p:nvSpPr>
        <p:spPr>
          <a:xfrm>
            <a:off x="6967728" y="3017520"/>
            <a:ext cx="304495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!!val_0"/>
          <p:cNvSpPr txBox="1"/>
          <p:nvPr/>
        </p:nvSpPr>
        <p:spPr>
          <a:xfrm>
            <a:off x="6035040" y="29626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التصميم</a:t>
            </a:r>
            <a:endParaRPr lang="ar-SA" sz="1400" dirty="0"/>
          </a:p>
        </p:txBody>
      </p:sp>
      <p:sp>
        <p:nvSpPr>
          <p:cNvPr id="16" name="!!track_1"/>
          <p:cNvSpPr/>
          <p:nvPr/>
        </p:nvSpPr>
        <p:spPr>
          <a:xfrm>
            <a:off x="6629400" y="338328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!!bar_1"/>
          <p:cNvSpPr/>
          <p:nvPr/>
        </p:nvSpPr>
        <p:spPr>
          <a:xfrm>
            <a:off x="7306056" y="3383280"/>
            <a:ext cx="2706624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!!val_1"/>
          <p:cNvSpPr txBox="1"/>
          <p:nvPr/>
        </p:nvSpPr>
        <p:spPr>
          <a:xfrm>
            <a:off x="6035040" y="3328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قواعد البيانات</a:t>
            </a:r>
            <a:endParaRPr lang="ar-SA" sz="1400" dirty="0"/>
          </a:p>
        </p:txBody>
      </p:sp>
      <p:sp>
        <p:nvSpPr>
          <p:cNvPr id="20" name="!!track_2"/>
          <p:cNvSpPr/>
          <p:nvPr/>
        </p:nvSpPr>
        <p:spPr>
          <a:xfrm>
            <a:off x="6629400" y="374904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!!bar_2"/>
          <p:cNvSpPr/>
          <p:nvPr/>
        </p:nvSpPr>
        <p:spPr>
          <a:xfrm>
            <a:off x="7982712" y="3749040"/>
            <a:ext cx="2029968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!!val_2"/>
          <p:cNvSpPr txBox="1"/>
          <p:nvPr/>
        </p:nvSpPr>
        <p:spPr>
          <a:xfrm>
            <a:off x="60350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4059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الإدارة</a:t>
            </a:r>
            <a:endParaRPr lang="ar-SA" sz="1400" dirty="0"/>
          </a:p>
        </p:txBody>
      </p:sp>
      <p:sp>
        <p:nvSpPr>
          <p:cNvPr id="24" name="!!track_3"/>
          <p:cNvSpPr/>
          <p:nvPr/>
        </p:nvSpPr>
        <p:spPr>
          <a:xfrm>
            <a:off x="6629400" y="411480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!!bar_3"/>
          <p:cNvSpPr/>
          <p:nvPr/>
        </p:nvSpPr>
        <p:spPr>
          <a:xfrm>
            <a:off x="7813548" y="4114800"/>
            <a:ext cx="219913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!!val_3"/>
          <p:cNvSpPr txBox="1"/>
          <p:nvPr/>
        </p:nvSpPr>
        <p:spPr>
          <a:xfrm>
            <a:off x="603504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الاختبار</a:t>
            </a:r>
            <a:endParaRPr lang="ar-SA" sz="1400" dirty="0"/>
          </a:p>
        </p:txBody>
      </p:sp>
      <p:sp>
        <p:nvSpPr>
          <p:cNvPr id="28" name="!!track_4"/>
          <p:cNvSpPr/>
          <p:nvPr/>
        </p:nvSpPr>
        <p:spPr>
          <a:xfrm>
            <a:off x="6629400" y="448056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!!bar_4"/>
          <p:cNvSpPr/>
          <p:nvPr/>
        </p:nvSpPr>
        <p:spPr>
          <a:xfrm>
            <a:off x="7644384" y="4480560"/>
            <a:ext cx="236829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!!val_4"/>
          <p:cNvSpPr txBox="1"/>
          <p:nvPr/>
        </p:nvSpPr>
        <p:spPr>
          <a:xfrm>
            <a:off x="603504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31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!!tilephoto_p1" descr="صور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33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34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!!tilephoto_p2" descr="صورة محمد قري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36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37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!!tilephoto_p3" descr="صور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39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40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!!tilephoto_p4" descr="صورة برهان الزم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42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43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!!tilephoto_p5" descr="صورة محمد عاد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45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46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!!tilephoto_gm" descr="صورة مطيع الجعفر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48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  <p:sp>
        <p:nvSpPr>
          <p:cNvPr id="49" name="!!cursor"/>
          <p:cNvSpPr/>
          <p:nvPr/>
        </p:nvSpPr>
        <p:spPr>
          <a:xfrm>
            <a:off x="4875124" y="5294376"/>
            <a:ext cx="1161288" cy="1298448"/>
          </a:xfrm>
          <a:prstGeom prst="roundRect">
            <a:avLst>
              <a:gd name="adj" fmla="val 11811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16200000">
              <a:srgbClr val="22D3EE">
                <a:alpha val="90000"/>
              </a:srgbClr>
            </a:outerShdw>
          </a:effectLst>
        </p:spPr>
      </p:sp>
      <p:sp>
        <p:nvSpPr>
          <p:cNvPr id="50" name="!!cursortag"/>
          <p:cNvSpPr txBox="1"/>
          <p:nvPr/>
        </p:nvSpPr>
        <p:spPr>
          <a:xfrm>
            <a:off x="5181448" y="4965192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اختر شخصيتك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 SELECT</a:t>
            </a:r>
            <a:endParaRPr lang="en-US" sz="1600" dirty="0"/>
          </a:p>
        </p:txBody>
      </p:sp>
      <p:pic>
        <p:nvPicPr>
          <p:cNvPr id="4" name="!!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4572000" cy="1600200"/>
          </a:xfrm>
          <a:prstGeom prst="rect">
            <a:avLst/>
          </a:prstGeom>
        </p:spPr>
      </p:pic>
      <p:sp>
        <p:nvSpPr>
          <p:cNvPr id="5" name="!!heroring"/>
          <p:cNvSpPr/>
          <p:nvPr/>
        </p:nvSpPr>
        <p:spPr>
          <a:xfrm>
            <a:off x="1691640" y="960120"/>
            <a:ext cx="2834640" cy="283464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90000"/>
              </a:srgbClr>
            </a:outerShdw>
          </a:effectLst>
        </p:spPr>
      </p:sp>
      <p:pic>
        <p:nvPicPr>
          <p:cNvPr id="6" name="!!her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78992"/>
            <a:ext cx="2596896" cy="2596896"/>
          </a:xfrm>
          <a:prstGeom prst="ellipse">
            <a:avLst/>
          </a:prstGeom>
        </p:spPr>
      </p:pic>
      <p:sp>
        <p:nvSpPr>
          <p:cNvPr id="7" name="!!panel"/>
          <p:cNvSpPr/>
          <p:nvPr/>
        </p:nvSpPr>
        <p:spPr>
          <a:xfrm>
            <a:off x="5760720" y="1051560"/>
            <a:ext cx="5989320" cy="3931920"/>
          </a:xfrm>
          <a:prstGeom prst="roundRect">
            <a:avLst>
              <a:gd name="adj" fmla="val 4186"/>
            </a:avLst>
          </a:prstGeom>
          <a:solidFill>
            <a:schemeClr val="tx1">
              <a:alpha val="7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 •  CLASS: DATABASE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محمد عادل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مسؤول قواعد البيانات والاختبار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البرمجة</a:t>
            </a:r>
            <a:endParaRPr lang="ar-SA" sz="1400" dirty="0"/>
          </a:p>
        </p:txBody>
      </p:sp>
      <p:sp>
        <p:nvSpPr>
          <p:cNvPr id="12" name="!!track_0"/>
          <p:cNvSpPr/>
          <p:nvPr/>
        </p:nvSpPr>
        <p:spPr>
          <a:xfrm>
            <a:off x="6629400" y="301752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!!bar_0"/>
          <p:cNvSpPr/>
          <p:nvPr/>
        </p:nvSpPr>
        <p:spPr>
          <a:xfrm>
            <a:off x="7475220" y="3017520"/>
            <a:ext cx="253746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!!val_0"/>
          <p:cNvSpPr txBox="1"/>
          <p:nvPr/>
        </p:nvSpPr>
        <p:spPr>
          <a:xfrm>
            <a:off x="6035040" y="29626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التصميم</a:t>
            </a:r>
            <a:endParaRPr lang="ar-SA" sz="1400" dirty="0"/>
          </a:p>
        </p:txBody>
      </p:sp>
      <p:sp>
        <p:nvSpPr>
          <p:cNvPr id="16" name="!!track_1"/>
          <p:cNvSpPr/>
          <p:nvPr/>
        </p:nvSpPr>
        <p:spPr>
          <a:xfrm>
            <a:off x="6629400" y="338328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!!bar_1"/>
          <p:cNvSpPr/>
          <p:nvPr/>
        </p:nvSpPr>
        <p:spPr>
          <a:xfrm>
            <a:off x="8151876" y="3383280"/>
            <a:ext cx="1860804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!!val_1"/>
          <p:cNvSpPr txBox="1"/>
          <p:nvPr/>
        </p:nvSpPr>
        <p:spPr>
          <a:xfrm>
            <a:off x="6035040" y="3328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قواعد البيانات</a:t>
            </a:r>
            <a:endParaRPr lang="ar-SA" sz="1400" dirty="0"/>
          </a:p>
        </p:txBody>
      </p:sp>
      <p:sp>
        <p:nvSpPr>
          <p:cNvPr id="20" name="!!track_2"/>
          <p:cNvSpPr/>
          <p:nvPr/>
        </p:nvSpPr>
        <p:spPr>
          <a:xfrm>
            <a:off x="6629400" y="374904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!!bar_2"/>
          <p:cNvSpPr/>
          <p:nvPr/>
        </p:nvSpPr>
        <p:spPr>
          <a:xfrm>
            <a:off x="6798564" y="3749040"/>
            <a:ext cx="3214116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!!val_2"/>
          <p:cNvSpPr txBox="1"/>
          <p:nvPr/>
        </p:nvSpPr>
        <p:spPr>
          <a:xfrm>
            <a:off x="60350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4059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الإدارة</a:t>
            </a:r>
            <a:endParaRPr lang="ar-SA" sz="1400" dirty="0"/>
          </a:p>
        </p:txBody>
      </p:sp>
      <p:sp>
        <p:nvSpPr>
          <p:cNvPr id="24" name="!!track_3"/>
          <p:cNvSpPr/>
          <p:nvPr/>
        </p:nvSpPr>
        <p:spPr>
          <a:xfrm>
            <a:off x="6629400" y="411480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!!bar_3"/>
          <p:cNvSpPr/>
          <p:nvPr/>
        </p:nvSpPr>
        <p:spPr>
          <a:xfrm>
            <a:off x="7813548" y="4114800"/>
            <a:ext cx="219913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!!val_3"/>
          <p:cNvSpPr txBox="1"/>
          <p:nvPr/>
        </p:nvSpPr>
        <p:spPr>
          <a:xfrm>
            <a:off x="603504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الاختبار</a:t>
            </a:r>
            <a:endParaRPr lang="ar-SA" sz="1400" dirty="0"/>
          </a:p>
        </p:txBody>
      </p:sp>
      <p:sp>
        <p:nvSpPr>
          <p:cNvPr id="28" name="!!track_4"/>
          <p:cNvSpPr/>
          <p:nvPr/>
        </p:nvSpPr>
        <p:spPr>
          <a:xfrm>
            <a:off x="6629400" y="448056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!!bar_4"/>
          <p:cNvSpPr/>
          <p:nvPr/>
        </p:nvSpPr>
        <p:spPr>
          <a:xfrm>
            <a:off x="6967728" y="4480560"/>
            <a:ext cx="3044952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!!val_4"/>
          <p:cNvSpPr txBox="1"/>
          <p:nvPr/>
        </p:nvSpPr>
        <p:spPr>
          <a:xfrm>
            <a:off x="603504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400" dirty="0"/>
          </a:p>
        </p:txBody>
      </p:sp>
      <p:sp>
        <p:nvSpPr>
          <p:cNvPr id="31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!!tilephoto_p1" descr="صور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33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34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!!tilephoto_p2" descr="صورة محمد قري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36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37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!!tilephoto_p3" descr="صور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39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40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!!tilephoto_p4" descr="صورة برهان الزم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42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43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!!tilephoto_p5" descr="صورة محمد عاد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45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46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!!tilephoto_gm" descr="صورة مطيع الجعفر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48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  <p:sp>
        <p:nvSpPr>
          <p:cNvPr id="49" name="!!cursor"/>
          <p:cNvSpPr/>
          <p:nvPr/>
        </p:nvSpPr>
        <p:spPr>
          <a:xfrm>
            <a:off x="3594964" y="5294376"/>
            <a:ext cx="1161288" cy="1298448"/>
          </a:xfrm>
          <a:prstGeom prst="roundRect">
            <a:avLst>
              <a:gd name="adj" fmla="val 11811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16200000">
              <a:srgbClr val="22D3EE">
                <a:alpha val="90000"/>
              </a:srgbClr>
            </a:outerShdw>
          </a:effectLst>
        </p:spPr>
      </p:sp>
      <p:sp>
        <p:nvSpPr>
          <p:cNvPr id="50" name="!!cursortag"/>
          <p:cNvSpPr txBox="1"/>
          <p:nvPr/>
        </p:nvSpPr>
        <p:spPr>
          <a:xfrm>
            <a:off x="3901288" y="4965192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اختر شخصيتك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 SELECT</a:t>
            </a:r>
            <a:endParaRPr lang="en-US" sz="1600" dirty="0"/>
          </a:p>
        </p:txBody>
      </p:sp>
      <p:pic>
        <p:nvPicPr>
          <p:cNvPr id="4" name="!!pedestal" descr="img/pedesta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4572000" cy="1600200"/>
          </a:xfrm>
          <a:prstGeom prst="rect">
            <a:avLst/>
          </a:prstGeom>
        </p:spPr>
      </p:pic>
      <p:sp>
        <p:nvSpPr>
          <p:cNvPr id="5" name="!!heroring"/>
          <p:cNvSpPr/>
          <p:nvPr/>
        </p:nvSpPr>
        <p:spPr>
          <a:xfrm>
            <a:off x="1691640" y="960120"/>
            <a:ext cx="2834640" cy="283464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304800" dist="50800" dir="16200000">
              <a:srgbClr val="FACC15">
                <a:alpha val="90000"/>
              </a:srgbClr>
            </a:outerShdw>
          </a:effectLst>
        </p:spPr>
      </p:sp>
      <p:pic>
        <p:nvPicPr>
          <p:cNvPr id="6" name="!!hero_gm" descr="صورة مطيع الجعفري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78992"/>
            <a:ext cx="2596896" cy="2596896"/>
          </a:xfrm>
          <a:prstGeom prst="ellipse">
            <a:avLst/>
          </a:prstGeom>
        </p:spPr>
      </p:pic>
      <p:sp>
        <p:nvSpPr>
          <p:cNvPr id="7" name="!!panel"/>
          <p:cNvSpPr/>
          <p:nvPr/>
        </p:nvSpPr>
        <p:spPr>
          <a:xfrm>
            <a:off x="5760720" y="1051560"/>
            <a:ext cx="5989320" cy="3931920"/>
          </a:xfrm>
          <a:prstGeom prst="roundRect">
            <a:avLst>
              <a:gd name="adj" fmla="val 4186"/>
            </a:avLst>
          </a:prstGeom>
          <a:solidFill>
            <a:schemeClr val="tx1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 •  CLASS: GAME MASTER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مطيع الجعفري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المشرف على المشروع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الخبرة</a:t>
            </a:r>
            <a:endParaRPr lang="ar-SA" sz="1400" dirty="0"/>
          </a:p>
        </p:txBody>
      </p:sp>
      <p:sp>
        <p:nvSpPr>
          <p:cNvPr id="12" name="!!track_0"/>
          <p:cNvSpPr/>
          <p:nvPr/>
        </p:nvSpPr>
        <p:spPr>
          <a:xfrm>
            <a:off x="6629400" y="301752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!!bar_0"/>
          <p:cNvSpPr/>
          <p:nvPr/>
        </p:nvSpPr>
        <p:spPr>
          <a:xfrm>
            <a:off x="6663233" y="3017520"/>
            <a:ext cx="3349447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!!val_0"/>
          <p:cNvSpPr txBox="1"/>
          <p:nvPr/>
        </p:nvSpPr>
        <p:spPr>
          <a:xfrm>
            <a:off x="6035040" y="29626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التوجيه</a:t>
            </a:r>
            <a:endParaRPr lang="ar-SA" sz="1400" dirty="0"/>
          </a:p>
        </p:txBody>
      </p:sp>
      <p:sp>
        <p:nvSpPr>
          <p:cNvPr id="16" name="!!track_1"/>
          <p:cNvSpPr/>
          <p:nvPr/>
        </p:nvSpPr>
        <p:spPr>
          <a:xfrm>
            <a:off x="6629400" y="338328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!!bar_1"/>
          <p:cNvSpPr/>
          <p:nvPr/>
        </p:nvSpPr>
        <p:spPr>
          <a:xfrm>
            <a:off x="6663233" y="3383280"/>
            <a:ext cx="3349447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!!val_1"/>
          <p:cNvSpPr txBox="1"/>
          <p:nvPr/>
        </p:nvSpPr>
        <p:spPr>
          <a:xfrm>
            <a:off x="6035040" y="33284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الدعم</a:t>
            </a:r>
            <a:endParaRPr lang="ar-SA" sz="1400" dirty="0"/>
          </a:p>
        </p:txBody>
      </p:sp>
      <p:sp>
        <p:nvSpPr>
          <p:cNvPr id="20" name="!!track_2"/>
          <p:cNvSpPr/>
          <p:nvPr/>
        </p:nvSpPr>
        <p:spPr>
          <a:xfrm>
            <a:off x="6629400" y="374904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!!bar_2"/>
          <p:cNvSpPr/>
          <p:nvPr/>
        </p:nvSpPr>
        <p:spPr>
          <a:xfrm>
            <a:off x="6663233" y="3749040"/>
            <a:ext cx="3349447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!!val_2"/>
          <p:cNvSpPr txBox="1"/>
          <p:nvPr/>
        </p:nvSpPr>
        <p:spPr>
          <a:xfrm>
            <a:off x="60350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4059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المتابعة</a:t>
            </a:r>
            <a:endParaRPr lang="ar-SA" sz="1400" dirty="0"/>
          </a:p>
        </p:txBody>
      </p:sp>
      <p:sp>
        <p:nvSpPr>
          <p:cNvPr id="24" name="!!track_3"/>
          <p:cNvSpPr/>
          <p:nvPr/>
        </p:nvSpPr>
        <p:spPr>
          <a:xfrm>
            <a:off x="6629400" y="411480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!!bar_3"/>
          <p:cNvSpPr/>
          <p:nvPr/>
        </p:nvSpPr>
        <p:spPr>
          <a:xfrm>
            <a:off x="6663233" y="4114800"/>
            <a:ext cx="3349447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!!val_3"/>
          <p:cNvSpPr txBox="1"/>
          <p:nvPr/>
        </p:nvSpPr>
        <p:spPr>
          <a:xfrm>
            <a:off x="6035040" y="4059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الحكمة</a:t>
            </a:r>
            <a:endParaRPr lang="ar-SA" sz="1400" dirty="0"/>
          </a:p>
        </p:txBody>
      </p:sp>
      <p:sp>
        <p:nvSpPr>
          <p:cNvPr id="28" name="!!track_4"/>
          <p:cNvSpPr/>
          <p:nvPr/>
        </p:nvSpPr>
        <p:spPr>
          <a:xfrm>
            <a:off x="6629400" y="4480560"/>
            <a:ext cx="3383280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!!bar_4"/>
          <p:cNvSpPr/>
          <p:nvPr/>
        </p:nvSpPr>
        <p:spPr>
          <a:xfrm>
            <a:off x="6663233" y="4480560"/>
            <a:ext cx="3349447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!!val_4"/>
          <p:cNvSpPr txBox="1"/>
          <p:nvPr/>
        </p:nvSpPr>
        <p:spPr>
          <a:xfrm>
            <a:off x="6035040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31" name="!!tile_p1"/>
          <p:cNvSpPr/>
          <p:nvPr/>
        </p:nvSpPr>
        <p:spPr>
          <a:xfrm>
            <a:off x="87704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!!tilephoto_p1" descr="صور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064" y="5458968"/>
            <a:ext cx="658368" cy="658368"/>
          </a:xfrm>
          <a:prstGeom prst="ellipse">
            <a:avLst/>
          </a:prstGeom>
        </p:spPr>
      </p:pic>
      <p:sp>
        <p:nvSpPr>
          <p:cNvPr id="33" name="!!tilename_p1"/>
          <p:cNvSpPr txBox="1"/>
          <p:nvPr/>
        </p:nvSpPr>
        <p:spPr>
          <a:xfrm>
            <a:off x="87979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34" name="!!tile_p2"/>
          <p:cNvSpPr/>
          <p:nvPr/>
        </p:nvSpPr>
        <p:spPr>
          <a:xfrm>
            <a:off x="749030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!!tilephoto_p2" descr="صورة محمد قري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5458968"/>
            <a:ext cx="658368" cy="658368"/>
          </a:xfrm>
          <a:prstGeom prst="ellipse">
            <a:avLst/>
          </a:prstGeom>
        </p:spPr>
      </p:pic>
      <p:sp>
        <p:nvSpPr>
          <p:cNvPr id="36" name="!!tilename_p2"/>
          <p:cNvSpPr txBox="1"/>
          <p:nvPr/>
        </p:nvSpPr>
        <p:spPr>
          <a:xfrm>
            <a:off x="751774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37" name="!!tile_p3"/>
          <p:cNvSpPr/>
          <p:nvPr/>
        </p:nvSpPr>
        <p:spPr>
          <a:xfrm>
            <a:off x="621014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!!tilephoto_p3" descr="صور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5458968"/>
            <a:ext cx="658368" cy="658368"/>
          </a:xfrm>
          <a:prstGeom prst="ellipse">
            <a:avLst/>
          </a:prstGeom>
        </p:spPr>
      </p:pic>
      <p:sp>
        <p:nvSpPr>
          <p:cNvPr id="39" name="!!tilename_p3"/>
          <p:cNvSpPr txBox="1"/>
          <p:nvPr/>
        </p:nvSpPr>
        <p:spPr>
          <a:xfrm>
            <a:off x="623758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40" name="!!tile_p4"/>
          <p:cNvSpPr/>
          <p:nvPr/>
        </p:nvSpPr>
        <p:spPr>
          <a:xfrm>
            <a:off x="492998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!!tilephoto_p4" descr="صورة برهان الزم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584" y="5458968"/>
            <a:ext cx="658368" cy="658368"/>
          </a:xfrm>
          <a:prstGeom prst="ellipse">
            <a:avLst/>
          </a:prstGeom>
        </p:spPr>
      </p:pic>
      <p:sp>
        <p:nvSpPr>
          <p:cNvPr id="42" name="!!tilename_p4"/>
          <p:cNvSpPr txBox="1"/>
          <p:nvPr/>
        </p:nvSpPr>
        <p:spPr>
          <a:xfrm>
            <a:off x="495742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43" name="!!tile_p5"/>
          <p:cNvSpPr/>
          <p:nvPr/>
        </p:nvSpPr>
        <p:spPr>
          <a:xfrm>
            <a:off x="364982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!!tilephoto_p5" descr="صورة محمد عاد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424" y="5458968"/>
            <a:ext cx="658368" cy="658368"/>
          </a:xfrm>
          <a:prstGeom prst="ellipse">
            <a:avLst/>
          </a:prstGeom>
        </p:spPr>
      </p:pic>
      <p:sp>
        <p:nvSpPr>
          <p:cNvPr id="45" name="!!tilename_p5"/>
          <p:cNvSpPr txBox="1"/>
          <p:nvPr/>
        </p:nvSpPr>
        <p:spPr>
          <a:xfrm>
            <a:off x="367726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46" name="!!tile_gm"/>
          <p:cNvSpPr/>
          <p:nvPr/>
        </p:nvSpPr>
        <p:spPr>
          <a:xfrm>
            <a:off x="2369668" y="5349240"/>
            <a:ext cx="1051560" cy="1188720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!!tilephoto_gm" descr="صورة مطيع الجعفر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5458968"/>
            <a:ext cx="658368" cy="658368"/>
          </a:xfrm>
          <a:prstGeom prst="ellipse">
            <a:avLst/>
          </a:prstGeom>
        </p:spPr>
      </p:pic>
      <p:sp>
        <p:nvSpPr>
          <p:cNvPr id="48" name="!!tilename_gm"/>
          <p:cNvSpPr txBox="1"/>
          <p:nvPr/>
        </p:nvSpPr>
        <p:spPr>
          <a:xfrm>
            <a:off x="2397100" y="6172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  <p:sp>
        <p:nvSpPr>
          <p:cNvPr id="49" name="!!cursor"/>
          <p:cNvSpPr/>
          <p:nvPr/>
        </p:nvSpPr>
        <p:spPr>
          <a:xfrm>
            <a:off x="2314804" y="5294376"/>
            <a:ext cx="1161288" cy="1298448"/>
          </a:xfrm>
          <a:prstGeom prst="roundRect">
            <a:avLst>
              <a:gd name="adj" fmla="val 11811"/>
            </a:avLst>
          </a:prstGeom>
          <a:solidFill>
            <a:schemeClr val="accent3">
              <a:alpha val="0"/>
            </a:schemeClr>
          </a:solidFill>
          <a:ln w="381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52400" dist="50800" dir="16200000">
              <a:srgbClr val="FACC15">
                <a:alpha val="90000"/>
              </a:srgbClr>
            </a:outerShdw>
          </a:effectLst>
        </p:spPr>
      </p:sp>
      <p:sp>
        <p:nvSpPr>
          <p:cNvPr id="50" name="!!cursortag"/>
          <p:cNvSpPr txBox="1"/>
          <p:nvPr/>
        </p:nvSpPr>
        <p:spPr>
          <a:xfrm>
            <a:off x="2621128" y="4965192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50292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READY ✓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96012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فريقنا جاهز للانطلاق</a:t>
            </a:r>
            <a:endParaRPr lang="ar-SA" sz="4400" dirty="0"/>
          </a:p>
        </p:txBody>
      </p:sp>
      <p:sp>
        <p:nvSpPr>
          <p:cNvPr id="4" name="!!tile_p1"/>
          <p:cNvSpPr/>
          <p:nvPr/>
        </p:nvSpPr>
        <p:spPr>
          <a:xfrm>
            <a:off x="9831172" y="2194560"/>
            <a:ext cx="1524762" cy="1723644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!!tilephoto_p1" descr="صور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6236" y="2353666"/>
            <a:ext cx="954634" cy="954634"/>
          </a:xfrm>
          <a:prstGeom prst="ellipse">
            <a:avLst/>
          </a:prstGeom>
        </p:spPr>
      </p:pic>
      <p:sp>
        <p:nvSpPr>
          <p:cNvPr id="6" name="!!tilename_p1"/>
          <p:cNvSpPr txBox="1"/>
          <p:nvPr/>
        </p:nvSpPr>
        <p:spPr>
          <a:xfrm>
            <a:off x="9858604" y="338785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عيسى شايع</a:t>
            </a:r>
            <a:endParaRPr lang="ar-SA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831172" y="4009644"/>
            <a:ext cx="1524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LEADER</a:t>
            </a:r>
            <a:endParaRPr lang="en-US" sz="1100" dirty="0"/>
          </a:p>
        </p:txBody>
      </p:sp>
      <p:sp>
        <p:nvSpPr>
          <p:cNvPr id="8" name="!!tile_p2"/>
          <p:cNvSpPr/>
          <p:nvPr/>
        </p:nvSpPr>
        <p:spPr>
          <a:xfrm>
            <a:off x="8032090" y="2194560"/>
            <a:ext cx="1524762" cy="1723644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!!tilephoto_p2" descr="صورة محمد قر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154" y="2353666"/>
            <a:ext cx="954634" cy="954634"/>
          </a:xfrm>
          <a:prstGeom prst="ellipse">
            <a:avLst/>
          </a:prstGeom>
        </p:spPr>
      </p:pic>
      <p:sp>
        <p:nvSpPr>
          <p:cNvPr id="10" name="!!tilename_p2"/>
          <p:cNvSpPr txBox="1"/>
          <p:nvPr/>
        </p:nvSpPr>
        <p:spPr>
          <a:xfrm>
            <a:off x="8059522" y="338785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محمد قريع</a:t>
            </a:r>
            <a:endParaRPr lang="ar-SA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032090" y="4009644"/>
            <a:ext cx="1524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!!tile_p3"/>
          <p:cNvSpPr/>
          <p:nvPr/>
        </p:nvSpPr>
        <p:spPr>
          <a:xfrm>
            <a:off x="6233008" y="2194560"/>
            <a:ext cx="1524762" cy="1723644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!!tilephoto_p3" descr="صورة مازن عبد المع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072" y="2353666"/>
            <a:ext cx="954634" cy="954634"/>
          </a:xfrm>
          <a:prstGeom prst="ellipse">
            <a:avLst/>
          </a:prstGeom>
        </p:spPr>
      </p:pic>
      <p:sp>
        <p:nvSpPr>
          <p:cNvPr id="14" name="!!tilename_p3"/>
          <p:cNvSpPr txBox="1"/>
          <p:nvPr/>
        </p:nvSpPr>
        <p:spPr>
          <a:xfrm>
            <a:off x="6260440" y="338785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مازن عبد المعز</a:t>
            </a:r>
            <a:endParaRPr lang="ar-SA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33008" y="4009644"/>
            <a:ext cx="1524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/ UX</a:t>
            </a:r>
            <a:endParaRPr lang="en-US" sz="1100" dirty="0"/>
          </a:p>
        </p:txBody>
      </p:sp>
      <p:sp>
        <p:nvSpPr>
          <p:cNvPr id="16" name="!!tile_p4"/>
          <p:cNvSpPr/>
          <p:nvPr/>
        </p:nvSpPr>
        <p:spPr>
          <a:xfrm>
            <a:off x="4433926" y="2194560"/>
            <a:ext cx="1524762" cy="1723644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!!tilephoto_p4" descr="صورة 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990" y="2353666"/>
            <a:ext cx="954634" cy="954634"/>
          </a:xfrm>
          <a:prstGeom prst="ellipse">
            <a:avLst/>
          </a:prstGeom>
        </p:spPr>
      </p:pic>
      <p:sp>
        <p:nvSpPr>
          <p:cNvPr id="18" name="!!tilename_p4"/>
          <p:cNvSpPr txBox="1"/>
          <p:nvPr/>
        </p:nvSpPr>
        <p:spPr>
          <a:xfrm>
            <a:off x="4461358" y="338785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برهان الزمر</a:t>
            </a:r>
            <a:endParaRPr lang="ar-SA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433926" y="4009644"/>
            <a:ext cx="1524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0" name="!!tile_p5"/>
          <p:cNvSpPr/>
          <p:nvPr/>
        </p:nvSpPr>
        <p:spPr>
          <a:xfrm>
            <a:off x="2634844" y="2194560"/>
            <a:ext cx="1524762" cy="1723644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!!tilephoto_p5" descr="صورة محمد عاد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908" y="2353666"/>
            <a:ext cx="954634" cy="954634"/>
          </a:xfrm>
          <a:prstGeom prst="ellipse">
            <a:avLst/>
          </a:prstGeom>
        </p:spPr>
      </p:pic>
      <p:sp>
        <p:nvSpPr>
          <p:cNvPr id="22" name="!!tilename_p5"/>
          <p:cNvSpPr txBox="1"/>
          <p:nvPr/>
        </p:nvSpPr>
        <p:spPr>
          <a:xfrm>
            <a:off x="2662276" y="338785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محمد عادل</a:t>
            </a:r>
            <a:endParaRPr lang="ar-SA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2634844" y="4009644"/>
            <a:ext cx="1524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4" name="!!tile_gm"/>
          <p:cNvSpPr/>
          <p:nvPr/>
        </p:nvSpPr>
        <p:spPr>
          <a:xfrm>
            <a:off x="835762" y="2194560"/>
            <a:ext cx="1524762" cy="1723644"/>
          </a:xfrm>
          <a:prstGeom prst="roundRect">
            <a:avLst>
              <a:gd name="adj" fmla="val 1043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!!tilephoto_gm" descr="صورة مطيع الجعفر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826" y="2353666"/>
            <a:ext cx="954634" cy="954634"/>
          </a:xfrm>
          <a:prstGeom prst="ellipse">
            <a:avLst/>
          </a:prstGeom>
        </p:spPr>
      </p:pic>
      <p:sp>
        <p:nvSpPr>
          <p:cNvPr id="26" name="!!tilename_gm"/>
          <p:cNvSpPr txBox="1"/>
          <p:nvPr/>
        </p:nvSpPr>
        <p:spPr>
          <a:xfrm>
            <a:off x="863194" y="338785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مطيع الجعفري</a:t>
            </a:r>
            <a:endParaRPr lang="ar-SA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835762" y="4009644"/>
            <a:ext cx="1524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MASTER</a:t>
            </a:r>
            <a:endParaRPr lang="en-US" sz="1100" dirty="0"/>
          </a:p>
        </p:txBody>
      </p:sp>
      <p:sp>
        <p:nvSpPr>
          <p:cNvPr id="28" name="Start project button"/>
          <p:cNvSpPr txBox="1"/>
          <p:nvPr/>
        </p:nvSpPr>
        <p:spPr>
          <a:xfrm>
            <a:off x="4041648" y="4754880"/>
            <a:ext cx="411480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228600" dist="50800" dir="16200000">
              <a:srgbClr val="34D399">
                <a:alpha val="9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►  START PROJECT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on Select">
  <a:themeElements>
    <a:clrScheme name="Neon Select">
      <a:dk1>
        <a:srgbClr val="0A0A1F"/>
      </a:dk1>
      <a:lt1>
        <a:srgbClr val="FFFFFF"/>
      </a:lt1>
      <a:dk2>
        <a:srgbClr val="1E2340"/>
      </a:dk2>
      <a:lt2>
        <a:srgbClr val="C9D3FF"/>
      </a:lt2>
      <a:accent1>
        <a:srgbClr val="22D3EE"/>
      </a:accent1>
      <a:accent2>
        <a:srgbClr val="E040FB"/>
      </a:accent2>
      <a:accent3>
        <a:srgbClr val="FACC15"/>
      </a:accent3>
      <a:accent4>
        <a:srgbClr val="6366F1"/>
      </a:accent4>
      <a:accent5>
        <a:srgbClr val="34D399"/>
      </a:accent5>
      <a:accent6>
        <a:srgbClr val="94A3B8"/>
      </a:accent6>
      <a:hlink>
        <a:srgbClr val="22D3EE"/>
      </a:hlink>
      <a:folHlink>
        <a:srgbClr val="E040FB"/>
      </a:folHlink>
    </a:clrScheme>
    <a:fontScheme name="Neon Selec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اختر شخصيتك — فريق مشروع التخرج</dc:title>
  <dc:subject>PptxGenJS Presentation</dc:subject>
  <dc:creator>PptxGenJS</dc:creator>
  <cp:lastModifiedBy>PptxGenJS</cp:lastModifiedBy>
  <cp:revision>1</cp:revision>
  <dcterms:created xsi:type="dcterms:W3CDTF">2026-10-16T23:08:56Z</dcterms:created>
  <dcterms:modified xsi:type="dcterms:W3CDTF">2026-10-16T23:08:56Z</dcterms:modified>
</cp:coreProperties>
</file>